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8"/>
  </p:notesMasterIdLst>
  <p:handoutMasterIdLst>
    <p:handoutMasterId r:id="rId49"/>
  </p:handoutMasterIdLst>
  <p:sldIdLst>
    <p:sldId id="256" r:id="rId5"/>
    <p:sldId id="279" r:id="rId6"/>
    <p:sldId id="280" r:id="rId7"/>
    <p:sldId id="257" r:id="rId8"/>
    <p:sldId id="263" r:id="rId9"/>
    <p:sldId id="303" r:id="rId10"/>
    <p:sldId id="302" r:id="rId11"/>
    <p:sldId id="264" r:id="rId12"/>
    <p:sldId id="258" r:id="rId13"/>
    <p:sldId id="261" r:id="rId14"/>
    <p:sldId id="265" r:id="rId15"/>
    <p:sldId id="291" r:id="rId16"/>
    <p:sldId id="281" r:id="rId17"/>
    <p:sldId id="282" r:id="rId18"/>
    <p:sldId id="270" r:id="rId19"/>
    <p:sldId id="271" r:id="rId20"/>
    <p:sldId id="272" r:id="rId21"/>
    <p:sldId id="284" r:id="rId22"/>
    <p:sldId id="266" r:id="rId23"/>
    <p:sldId id="275" r:id="rId24"/>
    <p:sldId id="274" r:id="rId25"/>
    <p:sldId id="304" r:id="rId26"/>
    <p:sldId id="267" r:id="rId27"/>
    <p:sldId id="269" r:id="rId28"/>
    <p:sldId id="268" r:id="rId29"/>
    <p:sldId id="276" r:id="rId30"/>
    <p:sldId id="278" r:id="rId31"/>
    <p:sldId id="262" r:id="rId32"/>
    <p:sldId id="301" r:id="rId33"/>
    <p:sldId id="296" r:id="rId34"/>
    <p:sldId id="297" r:id="rId35"/>
    <p:sldId id="298" r:id="rId36"/>
    <p:sldId id="299" r:id="rId37"/>
    <p:sldId id="300" r:id="rId38"/>
    <p:sldId id="292" r:id="rId39"/>
    <p:sldId id="293" r:id="rId40"/>
    <p:sldId id="294" r:id="rId41"/>
    <p:sldId id="295" r:id="rId42"/>
    <p:sldId id="277" r:id="rId43"/>
    <p:sldId id="289" r:id="rId44"/>
    <p:sldId id="285" r:id="rId45"/>
    <p:sldId id="286" r:id="rId46"/>
    <p:sldId id="283"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2D5"/>
    <a:srgbClr val="003349"/>
    <a:srgbClr val="292564"/>
    <a:srgbClr val="D5CFC7"/>
    <a:srgbClr val="5F2528"/>
    <a:srgbClr val="005C43"/>
    <a:srgbClr val="4FBCCA"/>
    <a:srgbClr val="B2E2ED"/>
    <a:srgbClr val="2361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834"/>
    <p:restoredTop sz="94630"/>
  </p:normalViewPr>
  <p:slideViewPr>
    <p:cSldViewPr snapToGrid="0" snapToObjects="1">
      <p:cViewPr varScale="1">
        <p:scale>
          <a:sx n="106" d="100"/>
          <a:sy n="106" d="100"/>
        </p:scale>
        <p:origin x="200" y="32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Arial" panose="020B0604020202020204" pitchFamily="34" charset="0"/>
                <a:ea typeface="+mn-ea"/>
                <a:cs typeface="Arial" panose="020B0604020202020204" pitchFamily="34" charset="0"/>
              </a:defRPr>
            </a:pPr>
            <a:r>
              <a:rPr lang="en-US" sz="1400" b="0" i="0">
                <a:latin typeface="Arial" panose="020B0604020202020204" pitchFamily="34" charset="0"/>
                <a:cs typeface="Arial" panose="020B0604020202020204" pitchFamily="34" charset="0"/>
              </a:rPr>
              <a:t>SALES</a:t>
            </a:r>
          </a:p>
        </c:rich>
      </c:tx>
      <c:layout>
        <c:manualLayout>
          <c:xMode val="edge"/>
          <c:yMode val="edge"/>
          <c:x val="0.40537472593909107"/>
          <c:y val="5.383022774327122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barChart>
        <c:barDir val="col"/>
        <c:grouping val="clustered"/>
        <c:varyColors val="0"/>
        <c:ser>
          <c:idx val="0"/>
          <c:order val="0"/>
          <c:tx>
            <c:strRef>
              <c:f>Sheet1!$B$1</c:f>
              <c:strCache>
                <c:ptCount val="1"/>
                <c:pt idx="0">
                  <c:v>Sales</c:v>
                </c:pt>
              </c:strCache>
            </c:strRef>
          </c:tx>
          <c:spPr>
            <a:solidFill>
              <a:schemeClr val="bg2"/>
            </a:solidFill>
            <a:ln w="19050">
              <a:solidFill>
                <a:schemeClr val="lt1"/>
              </a:solidFill>
            </a:ln>
            <a:effectLst/>
          </c:spPr>
          <c:invertIfNegative val="0"/>
          <c:dPt>
            <c:idx val="0"/>
            <c:invertIfNegative val="0"/>
            <c:bubble3D val="0"/>
            <c:spPr>
              <a:solidFill>
                <a:srgbClr val="003349"/>
              </a:solidFill>
              <a:ln w="19050">
                <a:noFill/>
              </a:ln>
              <a:effectLst/>
            </c:spPr>
            <c:extLst>
              <c:ext xmlns:c16="http://schemas.microsoft.com/office/drawing/2014/chart" uri="{C3380CC4-5D6E-409C-BE32-E72D297353CC}">
                <c16:uniqueId val="{00000001-B5CD-D441-9C67-F3840C905BD8}"/>
              </c:ext>
            </c:extLst>
          </c:dPt>
          <c:dPt>
            <c:idx val="1"/>
            <c:invertIfNegative val="0"/>
            <c:bubble3D val="0"/>
            <c:spPr>
              <a:solidFill>
                <a:srgbClr val="D5CFC7"/>
              </a:solidFill>
              <a:ln w="19050">
                <a:solidFill>
                  <a:schemeClr val="lt1"/>
                </a:solidFill>
              </a:ln>
              <a:effectLst/>
            </c:spPr>
            <c:extLst>
              <c:ext xmlns:c16="http://schemas.microsoft.com/office/drawing/2014/chart" uri="{C3380CC4-5D6E-409C-BE32-E72D297353CC}">
                <c16:uniqueId val="{00000003-B5CD-D441-9C67-F3840C905BD8}"/>
              </c:ext>
            </c:extLst>
          </c:dPt>
          <c:dPt>
            <c:idx val="2"/>
            <c:invertIfNegative val="0"/>
            <c:bubble3D val="0"/>
            <c:spPr>
              <a:solidFill>
                <a:srgbClr val="D5CFC7"/>
              </a:solidFill>
              <a:ln w="19050">
                <a:solidFill>
                  <a:schemeClr val="lt1"/>
                </a:solidFill>
              </a:ln>
              <a:effectLst/>
            </c:spPr>
            <c:extLst>
              <c:ext xmlns:c16="http://schemas.microsoft.com/office/drawing/2014/chart" uri="{C3380CC4-5D6E-409C-BE32-E72D297353CC}">
                <c16:uniqueId val="{00000005-B5CD-D441-9C67-F3840C905BD8}"/>
              </c:ext>
            </c:extLst>
          </c:dPt>
          <c:dPt>
            <c:idx val="3"/>
            <c:invertIfNegative val="0"/>
            <c:bubble3D val="0"/>
            <c:spPr>
              <a:solidFill>
                <a:srgbClr val="D5CFC7"/>
              </a:solidFill>
              <a:ln w="19050">
                <a:solidFill>
                  <a:schemeClr val="lt1"/>
                </a:solidFill>
              </a:ln>
              <a:effectLst/>
            </c:spPr>
            <c:extLst>
              <c:ext xmlns:c16="http://schemas.microsoft.com/office/drawing/2014/chart" uri="{C3380CC4-5D6E-409C-BE32-E72D297353CC}">
                <c16:uniqueId val="{00000007-B5CD-D441-9C67-F3840C905BD8}"/>
              </c:ext>
            </c:extLst>
          </c:dPt>
          <c:dPt>
            <c:idx val="4"/>
            <c:invertIfNegative val="0"/>
            <c:bubble3D val="0"/>
            <c:spPr>
              <a:solidFill>
                <a:srgbClr val="D5CFC7"/>
              </a:solidFill>
              <a:ln w="19050">
                <a:solidFill>
                  <a:schemeClr val="lt1"/>
                </a:solidFill>
              </a:ln>
              <a:effectLst/>
            </c:spPr>
            <c:extLst>
              <c:ext xmlns:c16="http://schemas.microsoft.com/office/drawing/2014/chart" uri="{C3380CC4-5D6E-409C-BE32-E72D297353CC}">
                <c16:uniqueId val="{00000009-B5CD-D441-9C67-F3840C905BD8}"/>
              </c:ext>
            </c:extLst>
          </c:dPt>
          <c:dPt>
            <c:idx val="5"/>
            <c:invertIfNegative val="0"/>
            <c:bubble3D val="0"/>
            <c:spPr>
              <a:solidFill>
                <a:srgbClr val="D5CFC7"/>
              </a:solidFill>
              <a:ln w="19050">
                <a:solidFill>
                  <a:schemeClr val="lt1"/>
                </a:solidFill>
              </a:ln>
              <a:effectLst/>
            </c:spPr>
            <c:extLst>
              <c:ext xmlns:c16="http://schemas.microsoft.com/office/drawing/2014/chart" uri="{C3380CC4-5D6E-409C-BE32-E72D297353CC}">
                <c16:uniqueId val="{0000000A-B5CD-D441-9C67-F3840C905BD8}"/>
              </c:ext>
            </c:extLst>
          </c:dPt>
          <c:dPt>
            <c:idx val="6"/>
            <c:invertIfNegative val="0"/>
            <c:bubble3D val="0"/>
            <c:spPr>
              <a:solidFill>
                <a:srgbClr val="D5CFC7"/>
              </a:solidFill>
              <a:ln w="19050">
                <a:solidFill>
                  <a:schemeClr val="lt1"/>
                </a:solidFill>
              </a:ln>
              <a:effectLst/>
            </c:spPr>
            <c:extLst>
              <c:ext xmlns:c16="http://schemas.microsoft.com/office/drawing/2014/chart" uri="{C3380CC4-5D6E-409C-BE32-E72D297353CC}">
                <c16:uniqueId val="{0000000B-B5CD-D441-9C67-F3840C905BD8}"/>
              </c:ext>
            </c:extLst>
          </c:dPt>
          <c:cat>
            <c:strRef>
              <c:f>Sheet1!$A$2:$A$8</c:f>
              <c:strCache>
                <c:ptCount val="7"/>
                <c:pt idx="0">
                  <c:v>One</c:v>
                </c:pt>
                <c:pt idx="1">
                  <c:v>Two</c:v>
                </c:pt>
                <c:pt idx="2">
                  <c:v>Three</c:v>
                </c:pt>
                <c:pt idx="3">
                  <c:v>Four</c:v>
                </c:pt>
                <c:pt idx="4">
                  <c:v>Five</c:v>
                </c:pt>
                <c:pt idx="5">
                  <c:v>Six</c:v>
                </c:pt>
                <c:pt idx="6">
                  <c:v>Seven</c:v>
                </c:pt>
              </c:strCache>
            </c:strRef>
          </c:cat>
          <c:val>
            <c:numRef>
              <c:f>Sheet1!$B$2:$B$8</c:f>
              <c:numCache>
                <c:formatCode>General</c:formatCode>
                <c:ptCount val="7"/>
                <c:pt idx="0">
                  <c:v>8.1999999999999993</c:v>
                </c:pt>
                <c:pt idx="1">
                  <c:v>5.6</c:v>
                </c:pt>
                <c:pt idx="2">
                  <c:v>3.3</c:v>
                </c:pt>
                <c:pt idx="3">
                  <c:v>1.2</c:v>
                </c:pt>
                <c:pt idx="4">
                  <c:v>1</c:v>
                </c:pt>
                <c:pt idx="5">
                  <c:v>0.5</c:v>
                </c:pt>
                <c:pt idx="6">
                  <c:v>0.22</c:v>
                </c:pt>
              </c:numCache>
            </c:numRef>
          </c:val>
          <c:extLst>
            <c:ext xmlns:c16="http://schemas.microsoft.com/office/drawing/2014/chart" uri="{C3380CC4-5D6E-409C-BE32-E72D297353CC}">
              <c16:uniqueId val="{00000008-B5CD-D441-9C67-F3840C905BD8}"/>
            </c:ext>
          </c:extLst>
        </c:ser>
        <c:dLbls>
          <c:showLegendKey val="0"/>
          <c:showVal val="0"/>
          <c:showCatName val="0"/>
          <c:showSerName val="0"/>
          <c:showPercent val="0"/>
          <c:showBubbleSize val="0"/>
        </c:dLbls>
        <c:gapWidth val="100"/>
        <c:axId val="997993983"/>
        <c:axId val="998007455"/>
      </c:barChart>
      <c:catAx>
        <c:axId val="997993983"/>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rgbClr val="003349"/>
                </a:solidFill>
                <a:latin typeface="Arial" panose="020B0604020202020204" pitchFamily="34" charset="0"/>
                <a:ea typeface="+mn-ea"/>
                <a:cs typeface="Arial" panose="020B0604020202020204" pitchFamily="34" charset="0"/>
              </a:defRPr>
            </a:pPr>
            <a:endParaRPr lang="en-US"/>
          </a:p>
        </c:txPr>
        <c:crossAx val="998007455"/>
        <c:crosses val="autoZero"/>
        <c:auto val="1"/>
        <c:lblAlgn val="ctr"/>
        <c:lblOffset val="100"/>
        <c:noMultiLvlLbl val="0"/>
      </c:catAx>
      <c:valAx>
        <c:axId val="998007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rgbClr val="003349"/>
                </a:solidFill>
                <a:latin typeface="Arial" panose="020B0604020202020204" pitchFamily="34" charset="0"/>
                <a:ea typeface="+mn-ea"/>
                <a:cs typeface="Arial" panose="020B0604020202020204" pitchFamily="34" charset="0"/>
              </a:defRPr>
            </a:pPr>
            <a:endParaRPr lang="en-US"/>
          </a:p>
        </c:txPr>
        <c:crossAx val="9979939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Arial" panose="020B0604020202020204" pitchFamily="34" charset="0"/>
                <a:ea typeface="+mn-ea"/>
                <a:cs typeface="Arial" panose="020B0604020202020204" pitchFamily="34" charset="0"/>
              </a:defRPr>
            </a:pPr>
            <a:r>
              <a:rPr lang="en-US" sz="1400" b="0" i="0">
                <a:latin typeface="Arial" panose="020B0604020202020204" pitchFamily="34" charset="0"/>
                <a:cs typeface="Arial" panose="020B0604020202020204" pitchFamily="34" charset="0"/>
              </a:rPr>
              <a:t>SALES</a:t>
            </a:r>
          </a:p>
        </c:rich>
      </c:tx>
      <c:layout>
        <c:manualLayout>
          <c:xMode val="edge"/>
          <c:yMode val="edge"/>
          <c:x val="0.40537472593909107"/>
          <c:y val="4.554865424430641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lineChart>
        <c:grouping val="standard"/>
        <c:varyColors val="0"/>
        <c:ser>
          <c:idx val="0"/>
          <c:order val="0"/>
          <c:tx>
            <c:strRef>
              <c:f>Sheet1!$B$1</c:f>
              <c:strCache>
                <c:ptCount val="1"/>
                <c:pt idx="0">
                  <c:v>Sales</c:v>
                </c:pt>
              </c:strCache>
            </c:strRef>
          </c:tx>
          <c:spPr>
            <a:ln w="28575" cap="rnd">
              <a:solidFill>
                <a:srgbClr val="003349"/>
              </a:solidFill>
              <a:round/>
            </a:ln>
            <a:effectLst/>
          </c:spPr>
          <c:marker>
            <c:symbol val="circle"/>
            <c:size val="5"/>
            <c:spPr>
              <a:solidFill>
                <a:schemeClr val="accent1"/>
              </a:solidFill>
              <a:ln w="9525">
                <a:solidFill>
                  <a:srgbClr val="003349"/>
                </a:solidFill>
              </a:ln>
              <a:effectLst/>
            </c:spPr>
          </c:marker>
          <c:dPt>
            <c:idx val="0"/>
            <c:marker>
              <c:symbol val="circle"/>
              <c:size val="5"/>
              <c:spPr>
                <a:solidFill>
                  <a:schemeClr val="accent1"/>
                </a:solidFill>
                <a:ln w="9525">
                  <a:solidFill>
                    <a:srgbClr val="003349"/>
                  </a:solidFill>
                </a:ln>
                <a:effectLst/>
              </c:spPr>
            </c:marker>
            <c:bubble3D val="0"/>
            <c:spPr>
              <a:ln w="28575" cap="rnd">
                <a:solidFill>
                  <a:srgbClr val="003349"/>
                </a:solidFill>
                <a:round/>
              </a:ln>
              <a:effectLst/>
            </c:spPr>
            <c:extLst>
              <c:ext xmlns:c16="http://schemas.microsoft.com/office/drawing/2014/chart" uri="{C3380CC4-5D6E-409C-BE32-E72D297353CC}">
                <c16:uniqueId val="{00000001-AC8C-6F44-BE88-8D1ABBF24952}"/>
              </c:ext>
            </c:extLst>
          </c:dPt>
          <c:dPt>
            <c:idx val="1"/>
            <c:marker>
              <c:symbol val="circle"/>
              <c:size val="5"/>
              <c:spPr>
                <a:solidFill>
                  <a:schemeClr val="accent1"/>
                </a:solidFill>
                <a:ln w="9525">
                  <a:solidFill>
                    <a:srgbClr val="003349"/>
                  </a:solidFill>
                </a:ln>
                <a:effectLst/>
              </c:spPr>
            </c:marker>
            <c:bubble3D val="0"/>
            <c:spPr>
              <a:ln w="28575" cap="rnd">
                <a:solidFill>
                  <a:srgbClr val="003349"/>
                </a:solidFill>
                <a:round/>
              </a:ln>
              <a:effectLst/>
            </c:spPr>
            <c:extLst>
              <c:ext xmlns:c16="http://schemas.microsoft.com/office/drawing/2014/chart" uri="{C3380CC4-5D6E-409C-BE32-E72D297353CC}">
                <c16:uniqueId val="{00000003-AC8C-6F44-BE88-8D1ABBF24952}"/>
              </c:ext>
            </c:extLst>
          </c:dPt>
          <c:dPt>
            <c:idx val="2"/>
            <c:marker>
              <c:symbol val="circle"/>
              <c:size val="5"/>
              <c:spPr>
                <a:solidFill>
                  <a:schemeClr val="accent1"/>
                </a:solidFill>
                <a:ln w="9525">
                  <a:solidFill>
                    <a:srgbClr val="003349"/>
                  </a:solidFill>
                </a:ln>
                <a:effectLst/>
              </c:spPr>
            </c:marker>
            <c:bubble3D val="0"/>
            <c:spPr>
              <a:ln w="28575" cap="rnd">
                <a:solidFill>
                  <a:srgbClr val="003349"/>
                </a:solidFill>
                <a:round/>
              </a:ln>
              <a:effectLst/>
            </c:spPr>
            <c:extLst>
              <c:ext xmlns:c16="http://schemas.microsoft.com/office/drawing/2014/chart" uri="{C3380CC4-5D6E-409C-BE32-E72D297353CC}">
                <c16:uniqueId val="{00000005-AC8C-6F44-BE88-8D1ABBF24952}"/>
              </c:ext>
            </c:extLst>
          </c:dPt>
          <c:dPt>
            <c:idx val="3"/>
            <c:marker>
              <c:symbol val="circle"/>
              <c:size val="5"/>
              <c:spPr>
                <a:solidFill>
                  <a:schemeClr val="accent1"/>
                </a:solidFill>
                <a:ln w="9525">
                  <a:solidFill>
                    <a:srgbClr val="003349"/>
                  </a:solidFill>
                </a:ln>
                <a:effectLst/>
              </c:spPr>
            </c:marker>
            <c:bubble3D val="0"/>
            <c:spPr>
              <a:ln w="28575" cap="rnd">
                <a:solidFill>
                  <a:srgbClr val="003349"/>
                </a:solidFill>
                <a:round/>
              </a:ln>
              <a:effectLst/>
            </c:spPr>
            <c:extLst>
              <c:ext xmlns:c16="http://schemas.microsoft.com/office/drawing/2014/chart" uri="{C3380CC4-5D6E-409C-BE32-E72D297353CC}">
                <c16:uniqueId val="{00000007-AC8C-6F44-BE88-8D1ABBF24952}"/>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5.8</c:v>
                </c:pt>
                <c:pt idx="2">
                  <c:v>1.4</c:v>
                </c:pt>
                <c:pt idx="3">
                  <c:v>1.2</c:v>
                </c:pt>
              </c:numCache>
            </c:numRef>
          </c:val>
          <c:smooth val="0"/>
          <c:extLst>
            <c:ext xmlns:c16="http://schemas.microsoft.com/office/drawing/2014/chart" uri="{C3380CC4-5D6E-409C-BE32-E72D297353CC}">
              <c16:uniqueId val="{00000008-AC8C-6F44-BE88-8D1ABBF24952}"/>
            </c:ext>
          </c:extLst>
        </c:ser>
        <c:ser>
          <c:idx val="1"/>
          <c:order val="1"/>
          <c:tx>
            <c:strRef>
              <c:f>Sheet1!$C$1</c:f>
              <c:strCache>
                <c:ptCount val="1"/>
                <c:pt idx="0">
                  <c:v>Column1</c:v>
                </c:pt>
              </c:strCache>
            </c:strRef>
          </c:tx>
          <c:spPr>
            <a:ln w="28575" cap="rnd">
              <a:solidFill>
                <a:srgbClr val="5F2528"/>
              </a:solidFill>
              <a:round/>
            </a:ln>
            <a:effectLst/>
          </c:spPr>
          <c:marker>
            <c:symbol val="circle"/>
            <c:size val="5"/>
            <c:spPr>
              <a:solidFill>
                <a:srgbClr val="5F2528"/>
              </a:solidFill>
              <a:ln w="9525">
                <a:solidFill>
                  <a:srgbClr val="5F2528"/>
                </a:solidFill>
              </a:ln>
              <a:effectLst/>
            </c:spPr>
          </c:marker>
          <c:cat>
            <c:strRef>
              <c:f>Sheet1!$A$2:$A$5</c:f>
              <c:strCache>
                <c:ptCount val="4"/>
                <c:pt idx="0">
                  <c:v>1st Qtr</c:v>
                </c:pt>
                <c:pt idx="1">
                  <c:v>2nd Qtr</c:v>
                </c:pt>
                <c:pt idx="2">
                  <c:v>3rd Qtr</c:v>
                </c:pt>
                <c:pt idx="3">
                  <c:v>4th Qtr</c:v>
                </c:pt>
              </c:strCache>
            </c:strRef>
          </c:cat>
          <c:val>
            <c:numRef>
              <c:f>Sheet1!$C$2:$C$5</c:f>
              <c:numCache>
                <c:formatCode>General</c:formatCode>
                <c:ptCount val="4"/>
                <c:pt idx="0">
                  <c:v>4.0999999999999996</c:v>
                </c:pt>
                <c:pt idx="1">
                  <c:v>4.5999999999999996</c:v>
                </c:pt>
                <c:pt idx="2">
                  <c:v>3.6</c:v>
                </c:pt>
                <c:pt idx="3">
                  <c:v>4.5</c:v>
                </c:pt>
              </c:numCache>
            </c:numRef>
          </c:val>
          <c:smooth val="0"/>
          <c:extLst>
            <c:ext xmlns:c16="http://schemas.microsoft.com/office/drawing/2014/chart" uri="{C3380CC4-5D6E-409C-BE32-E72D297353CC}">
              <c16:uniqueId val="{00000009-AC8C-6F44-BE88-8D1ABBF24952}"/>
            </c:ext>
          </c:extLst>
        </c:ser>
        <c:ser>
          <c:idx val="2"/>
          <c:order val="2"/>
          <c:tx>
            <c:strRef>
              <c:f>Sheet1!$D$1</c:f>
              <c:strCache>
                <c:ptCount val="1"/>
                <c:pt idx="0">
                  <c:v>Column2</c:v>
                </c:pt>
              </c:strCache>
            </c:strRef>
          </c:tx>
          <c:spPr>
            <a:ln w="28575" cap="rnd">
              <a:solidFill>
                <a:srgbClr val="4FBCCA"/>
              </a:solidFill>
              <a:round/>
            </a:ln>
            <a:effectLst/>
          </c:spPr>
          <c:marker>
            <c:symbol val="circle"/>
            <c:size val="5"/>
            <c:spPr>
              <a:solidFill>
                <a:srgbClr val="4FBCCA"/>
              </a:solidFill>
              <a:ln w="9525">
                <a:solidFill>
                  <a:srgbClr val="4FBCCA"/>
                </a:solidFill>
              </a:ln>
              <a:effectLst/>
            </c:spPr>
          </c:marker>
          <c:cat>
            <c:strRef>
              <c:f>Sheet1!$A$2:$A$5</c:f>
              <c:strCache>
                <c:ptCount val="4"/>
                <c:pt idx="0">
                  <c:v>1st Qtr</c:v>
                </c:pt>
                <c:pt idx="1">
                  <c:v>2nd Qtr</c:v>
                </c:pt>
                <c:pt idx="2">
                  <c:v>3rd Qtr</c:v>
                </c:pt>
                <c:pt idx="3">
                  <c:v>4th Qtr</c:v>
                </c:pt>
              </c:strCache>
            </c:strRef>
          </c:cat>
          <c:val>
            <c:numRef>
              <c:f>Sheet1!$D$2:$D$5</c:f>
              <c:numCache>
                <c:formatCode>General</c:formatCode>
                <c:ptCount val="4"/>
                <c:pt idx="0">
                  <c:v>2.6</c:v>
                </c:pt>
                <c:pt idx="1">
                  <c:v>3.4</c:v>
                </c:pt>
                <c:pt idx="2">
                  <c:v>1.9</c:v>
                </c:pt>
                <c:pt idx="3">
                  <c:v>1.5</c:v>
                </c:pt>
              </c:numCache>
            </c:numRef>
          </c:val>
          <c:smooth val="0"/>
          <c:extLst>
            <c:ext xmlns:c16="http://schemas.microsoft.com/office/drawing/2014/chart" uri="{C3380CC4-5D6E-409C-BE32-E72D297353CC}">
              <c16:uniqueId val="{0000000A-AC8C-6F44-BE88-8D1ABBF24952}"/>
            </c:ext>
          </c:extLst>
        </c:ser>
        <c:ser>
          <c:idx val="3"/>
          <c:order val="3"/>
          <c:tx>
            <c:strRef>
              <c:f>Sheet1!$E$1</c:f>
              <c:strCache>
                <c:ptCount val="1"/>
                <c:pt idx="0">
                  <c:v>Column3</c:v>
                </c:pt>
              </c:strCache>
            </c:strRef>
          </c:tx>
          <c:spPr>
            <a:ln w="28575" cap="rnd">
              <a:solidFill>
                <a:srgbClr val="005C43"/>
              </a:solidFill>
              <a:round/>
            </a:ln>
            <a:effectLst/>
          </c:spPr>
          <c:marker>
            <c:symbol val="circle"/>
            <c:size val="5"/>
            <c:spPr>
              <a:solidFill>
                <a:srgbClr val="005C43"/>
              </a:solidFill>
              <a:ln w="9525">
                <a:solidFill>
                  <a:srgbClr val="005C43"/>
                </a:solidFill>
              </a:ln>
              <a:effectLst/>
            </c:spPr>
          </c:marker>
          <c:cat>
            <c:strRef>
              <c:f>Sheet1!$A$2:$A$5</c:f>
              <c:strCache>
                <c:ptCount val="4"/>
                <c:pt idx="0">
                  <c:v>1st Qtr</c:v>
                </c:pt>
                <c:pt idx="1">
                  <c:v>2nd Qtr</c:v>
                </c:pt>
                <c:pt idx="2">
                  <c:v>3rd Qtr</c:v>
                </c:pt>
                <c:pt idx="3">
                  <c:v>4th Qtr</c:v>
                </c:pt>
              </c:strCache>
            </c:strRef>
          </c:cat>
          <c:val>
            <c:numRef>
              <c:f>Sheet1!$E$2:$E$5</c:f>
              <c:numCache>
                <c:formatCode>General</c:formatCode>
                <c:ptCount val="4"/>
                <c:pt idx="0">
                  <c:v>4.2</c:v>
                </c:pt>
                <c:pt idx="1">
                  <c:v>1.2</c:v>
                </c:pt>
                <c:pt idx="2">
                  <c:v>7.4</c:v>
                </c:pt>
                <c:pt idx="3">
                  <c:v>3.8</c:v>
                </c:pt>
              </c:numCache>
            </c:numRef>
          </c:val>
          <c:smooth val="0"/>
          <c:extLst>
            <c:ext xmlns:c16="http://schemas.microsoft.com/office/drawing/2014/chart" uri="{C3380CC4-5D6E-409C-BE32-E72D297353CC}">
              <c16:uniqueId val="{0000000B-AC8C-6F44-BE88-8D1ABBF24952}"/>
            </c:ext>
          </c:extLst>
        </c:ser>
        <c:dLbls>
          <c:showLegendKey val="0"/>
          <c:showVal val="0"/>
          <c:showCatName val="0"/>
          <c:showSerName val="0"/>
          <c:showPercent val="0"/>
          <c:showBubbleSize val="0"/>
        </c:dLbls>
        <c:marker val="1"/>
        <c:smooth val="0"/>
        <c:axId val="997993983"/>
        <c:axId val="998007455"/>
      </c:lineChart>
      <c:catAx>
        <c:axId val="997993983"/>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rgbClr val="003349"/>
                </a:solidFill>
                <a:latin typeface="Arial" panose="020B0604020202020204" pitchFamily="34" charset="0"/>
                <a:ea typeface="+mn-ea"/>
                <a:cs typeface="Arial" panose="020B0604020202020204" pitchFamily="34" charset="0"/>
              </a:defRPr>
            </a:pPr>
            <a:endParaRPr lang="en-US"/>
          </a:p>
        </c:txPr>
        <c:crossAx val="998007455"/>
        <c:crosses val="autoZero"/>
        <c:auto val="1"/>
        <c:lblAlgn val="ctr"/>
        <c:lblOffset val="100"/>
        <c:noMultiLvlLbl val="0"/>
      </c:catAx>
      <c:valAx>
        <c:axId val="998007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rgbClr val="003349"/>
                </a:solidFill>
                <a:latin typeface="Arial" panose="020B0604020202020204" pitchFamily="34" charset="0"/>
                <a:ea typeface="+mn-ea"/>
                <a:cs typeface="Arial" panose="020B0604020202020204" pitchFamily="34" charset="0"/>
              </a:defRPr>
            </a:pPr>
            <a:endParaRPr lang="en-US"/>
          </a:p>
        </c:txPr>
        <c:crossAx val="9979939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700" b="0" i="0" u="none" strike="noStrike" kern="1200" spc="0" baseline="0">
                <a:solidFill>
                  <a:schemeClr val="tx1"/>
                </a:solidFill>
                <a:latin typeface="Arial" panose="020B0604020202020204" pitchFamily="34" charset="0"/>
                <a:ea typeface="+mn-ea"/>
                <a:cs typeface="Arial" panose="020B0604020202020204" pitchFamily="34" charset="0"/>
              </a:defRPr>
            </a:pPr>
            <a:r>
              <a:rPr lang="en-US" sz="1700" b="0" i="0">
                <a:latin typeface="Arial" panose="020B0604020202020204" pitchFamily="34" charset="0"/>
                <a:cs typeface="Arial" panose="020B0604020202020204" pitchFamily="34" charset="0"/>
              </a:rPr>
              <a:t>SALES</a:t>
            </a:r>
          </a:p>
        </c:rich>
      </c:tx>
      <c:overlay val="0"/>
      <c:spPr>
        <a:noFill/>
        <a:ln>
          <a:noFill/>
        </a:ln>
        <a:effectLst/>
      </c:spPr>
      <c:txPr>
        <a:bodyPr rot="0" spcFirstLastPara="1" vertOverflow="ellipsis" vert="horz" wrap="square" anchor="ctr" anchorCtr="1"/>
        <a:lstStyle/>
        <a:p>
          <a:pPr>
            <a:defRPr sz="1700" b="0" i="0" u="none" strike="noStrike" kern="1200" spc="0" baseline="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doughnutChart>
        <c:varyColors val="1"/>
        <c:ser>
          <c:idx val="0"/>
          <c:order val="0"/>
          <c:tx>
            <c:strRef>
              <c:f>Sheet1!$B$1</c:f>
              <c:strCache>
                <c:ptCount val="1"/>
                <c:pt idx="0">
                  <c:v>Title Here</c:v>
                </c:pt>
              </c:strCache>
            </c:strRef>
          </c:tx>
          <c:spPr>
            <a:solidFill>
              <a:srgbClr val="5F2528"/>
            </a:solidFill>
          </c:spPr>
          <c:dPt>
            <c:idx val="0"/>
            <c:bubble3D val="0"/>
            <c:spPr>
              <a:solidFill>
                <a:srgbClr val="4FBCCA"/>
              </a:solidFill>
              <a:ln w="19050">
                <a:solidFill>
                  <a:schemeClr val="lt1"/>
                </a:solidFill>
              </a:ln>
              <a:effectLst/>
            </c:spPr>
            <c:extLst>
              <c:ext xmlns:c16="http://schemas.microsoft.com/office/drawing/2014/chart" uri="{C3380CC4-5D6E-409C-BE32-E72D297353CC}">
                <c16:uniqueId val="{00000001-55C0-F944-8C73-E88E779142FC}"/>
              </c:ext>
            </c:extLst>
          </c:dPt>
          <c:dPt>
            <c:idx val="1"/>
            <c:bubble3D val="0"/>
            <c:spPr>
              <a:solidFill>
                <a:srgbClr val="005C43"/>
              </a:solidFill>
              <a:ln w="19050">
                <a:solidFill>
                  <a:schemeClr val="lt1"/>
                </a:solidFill>
              </a:ln>
              <a:effectLst/>
            </c:spPr>
            <c:extLst>
              <c:ext xmlns:c16="http://schemas.microsoft.com/office/drawing/2014/chart" uri="{C3380CC4-5D6E-409C-BE32-E72D297353CC}">
                <c16:uniqueId val="{00000003-55C0-F944-8C73-E88E779142FC}"/>
              </c:ext>
            </c:extLst>
          </c:dPt>
          <c:dPt>
            <c:idx val="2"/>
            <c:bubble3D val="0"/>
            <c:spPr>
              <a:solidFill>
                <a:srgbClr val="D5CFC7"/>
              </a:solidFill>
              <a:ln w="19050">
                <a:solidFill>
                  <a:schemeClr val="lt1"/>
                </a:solidFill>
              </a:ln>
              <a:effectLst/>
            </c:spPr>
            <c:extLst>
              <c:ext xmlns:c16="http://schemas.microsoft.com/office/drawing/2014/chart" uri="{C3380CC4-5D6E-409C-BE32-E72D297353CC}">
                <c16:uniqueId val="{00000005-55C0-F944-8C73-E88E779142FC}"/>
              </c:ext>
            </c:extLst>
          </c:dPt>
          <c:dPt>
            <c:idx val="3"/>
            <c:bubble3D val="0"/>
            <c:spPr>
              <a:solidFill>
                <a:srgbClr val="5F2528"/>
              </a:solidFill>
              <a:ln w="19050">
                <a:solidFill>
                  <a:schemeClr val="lt1"/>
                </a:solidFill>
              </a:ln>
              <a:effectLst/>
            </c:spPr>
            <c:extLst>
              <c:ext xmlns:c16="http://schemas.microsoft.com/office/drawing/2014/chart" uri="{C3380CC4-5D6E-409C-BE32-E72D297353CC}">
                <c16:uniqueId val="{00000007-55C0-F944-8C73-E88E779142FC}"/>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25</c:v>
                </c:pt>
                <c:pt idx="1">
                  <c:v>25</c:v>
                </c:pt>
                <c:pt idx="2">
                  <c:v>25</c:v>
                </c:pt>
                <c:pt idx="3">
                  <c:v>25</c:v>
                </c:pt>
              </c:numCache>
            </c:numRef>
          </c:val>
          <c:extLst>
            <c:ext xmlns:c16="http://schemas.microsoft.com/office/drawing/2014/chart" uri="{C3380CC4-5D6E-409C-BE32-E72D297353CC}">
              <c16:uniqueId val="{00000008-55C0-F944-8C73-E88E779142FC}"/>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0F5D2C-D5BB-8548-A47A-BCA714CC0F4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1FE57D4-9C75-9346-9B8E-F48AA4D33E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DFCC01-16AB-E341-96F2-F4742874B3F8}" type="datetimeFigureOut">
              <a:rPr lang="en-US" smtClean="0"/>
              <a:t>3/28/26</a:t>
            </a:fld>
            <a:endParaRPr lang="en-US" dirty="0"/>
          </a:p>
        </p:txBody>
      </p:sp>
      <p:sp>
        <p:nvSpPr>
          <p:cNvPr id="4" name="Footer Placeholder 3">
            <a:extLst>
              <a:ext uri="{FF2B5EF4-FFF2-40B4-BE49-F238E27FC236}">
                <a16:creationId xmlns:a16="http://schemas.microsoft.com/office/drawing/2014/main" id="{79371425-0AE2-3B46-99BA-B9ED10B271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8C83DEF-98C1-7D47-BC65-D14505E1371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71564C-DDDA-CB4A-B681-46CCD8B06F5A}" type="slidenum">
              <a:rPr lang="en-US" smtClean="0"/>
              <a:t>‹#›</a:t>
            </a:fld>
            <a:endParaRPr lang="en-US" dirty="0"/>
          </a:p>
        </p:txBody>
      </p:sp>
    </p:spTree>
    <p:extLst>
      <p:ext uri="{BB962C8B-B14F-4D97-AF65-F5344CB8AC3E}">
        <p14:creationId xmlns:p14="http://schemas.microsoft.com/office/powerpoint/2010/main" val="1635443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977240-CA70-324D-9981-614C832F0315}" type="datetimeFigureOut">
              <a:rPr lang="en-US" smtClean="0"/>
              <a:t>3/28/26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FB9FF8-0A6C-634A-B262-FEA872CBBB3E}" type="slidenum">
              <a:rPr lang="en-US" smtClean="0"/>
              <a:t>‹#›</a:t>
            </a:fld>
            <a:endParaRPr lang="en-US" dirty="0"/>
          </a:p>
        </p:txBody>
      </p:sp>
    </p:spTree>
    <p:extLst>
      <p:ext uri="{BB962C8B-B14F-4D97-AF65-F5344CB8AC3E}">
        <p14:creationId xmlns:p14="http://schemas.microsoft.com/office/powerpoint/2010/main" val="217956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B9FF8-0A6C-634A-B262-FEA872CBBB3E}" type="slidenum">
              <a:rPr lang="en-US" smtClean="0"/>
              <a:t>1</a:t>
            </a:fld>
            <a:endParaRPr lang="en-US" dirty="0"/>
          </a:p>
        </p:txBody>
      </p:sp>
    </p:spTree>
    <p:extLst>
      <p:ext uri="{BB962C8B-B14F-4D97-AF65-F5344CB8AC3E}">
        <p14:creationId xmlns:p14="http://schemas.microsoft.com/office/powerpoint/2010/main" val="2768090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2FB9FF8-0A6C-634A-B262-FEA872CBBB3E}" type="slidenum">
              <a:rPr lang="en-US" smtClean="0"/>
              <a:t>4</a:t>
            </a:fld>
            <a:endParaRPr lang="en-US"/>
          </a:p>
        </p:txBody>
      </p:sp>
    </p:spTree>
    <p:extLst>
      <p:ext uri="{BB962C8B-B14F-4D97-AF65-F5344CB8AC3E}">
        <p14:creationId xmlns:p14="http://schemas.microsoft.com/office/powerpoint/2010/main" val="3304547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98967-EB61-3140-8642-4FDCB9F8C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FE62D-FF50-1A69-E915-CA22E73E3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159970-4CF3-64F4-14B4-F59C939B95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BFABEB-78C6-E977-2B48-761DCF5B13E2}"/>
              </a:ext>
            </a:extLst>
          </p:cNvPr>
          <p:cNvSpPr>
            <a:spLocks noGrp="1"/>
          </p:cNvSpPr>
          <p:nvPr>
            <p:ph type="sldNum" sz="quarter" idx="5"/>
          </p:nvPr>
        </p:nvSpPr>
        <p:spPr/>
        <p:txBody>
          <a:bodyPr/>
          <a:lstStyle/>
          <a:p>
            <a:fld id="{D2FB9FF8-0A6C-634A-B262-FEA872CBBB3E}" type="slidenum">
              <a:rPr lang="en-US" smtClean="0"/>
              <a:t>5</a:t>
            </a:fld>
            <a:endParaRPr lang="en-US"/>
          </a:p>
        </p:txBody>
      </p:sp>
    </p:spTree>
    <p:extLst>
      <p:ext uri="{BB962C8B-B14F-4D97-AF65-F5344CB8AC3E}">
        <p14:creationId xmlns:p14="http://schemas.microsoft.com/office/powerpoint/2010/main" val="2371615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2FB9FF8-0A6C-634A-B262-FEA872CBBB3E}" type="slidenum">
              <a:rPr lang="en-US" smtClean="0"/>
              <a:t>24</a:t>
            </a:fld>
            <a:endParaRPr lang="en-US"/>
          </a:p>
        </p:txBody>
      </p:sp>
    </p:spTree>
    <p:extLst>
      <p:ext uri="{BB962C8B-B14F-4D97-AF65-F5344CB8AC3E}">
        <p14:creationId xmlns:p14="http://schemas.microsoft.com/office/powerpoint/2010/main" val="19299852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2.jp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6.jp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7" name="Picture 6" descr="A dog sitting in a living room&#10;&#10;AI-generated content may be incorrect.">
            <a:extLst>
              <a:ext uri="{FF2B5EF4-FFF2-40B4-BE49-F238E27FC236}">
                <a16:creationId xmlns:a16="http://schemas.microsoft.com/office/drawing/2014/main" id="{A87943A1-90F5-5D6B-072D-74DBF0D36610}"/>
              </a:ext>
            </a:extLst>
          </p:cNvPr>
          <p:cNvPicPr>
            <a:picLocks noChangeAspect="1"/>
          </p:cNvPicPr>
          <p:nvPr userDrawn="1"/>
        </p:nvPicPr>
        <p:blipFill>
          <a:blip r:embed="rId2"/>
          <a:stretch>
            <a:fillRect/>
          </a:stretch>
        </p:blipFill>
        <p:spPr>
          <a:xfrm>
            <a:off x="0" y="0"/>
            <a:ext cx="12198096" cy="5171483"/>
          </a:xfrm>
          <a:prstGeom prst="rect">
            <a:avLst/>
          </a:prstGeom>
        </p:spPr>
      </p:pic>
      <p:pic>
        <p:nvPicPr>
          <p:cNvPr id="2" name="Picture 1">
            <a:extLst>
              <a:ext uri="{FF2B5EF4-FFF2-40B4-BE49-F238E27FC236}">
                <a16:creationId xmlns:a16="http://schemas.microsoft.com/office/drawing/2014/main" id="{41650C14-B625-C9C3-E5F8-D18BD33D0FFD}"/>
              </a:ext>
            </a:extLst>
          </p:cNvPr>
          <p:cNvPicPr>
            <a:picLocks noChangeAspect="1"/>
          </p:cNvPicPr>
          <p:nvPr userDrawn="1"/>
        </p:nvPicPr>
        <p:blipFill>
          <a:blip r:embed="rId3"/>
          <a:srcRect b="20877"/>
          <a:stretch>
            <a:fillRect/>
          </a:stretch>
        </p:blipFill>
        <p:spPr>
          <a:xfrm>
            <a:off x="0" y="3938418"/>
            <a:ext cx="12192000" cy="2919582"/>
          </a:xfrm>
          <a:prstGeom prst="rect">
            <a:avLst/>
          </a:prstGeom>
        </p:spPr>
      </p:pic>
      <p:sp>
        <p:nvSpPr>
          <p:cNvPr id="14" name="Title 1">
            <a:extLst>
              <a:ext uri="{FF2B5EF4-FFF2-40B4-BE49-F238E27FC236}">
                <a16:creationId xmlns:a16="http://schemas.microsoft.com/office/drawing/2014/main" id="{A38D8625-21D2-B643-963F-7835985841CA}"/>
              </a:ext>
            </a:extLst>
          </p:cNvPr>
          <p:cNvSpPr>
            <a:spLocks noGrp="1"/>
          </p:cNvSpPr>
          <p:nvPr>
            <p:ph type="ctrTitle"/>
          </p:nvPr>
        </p:nvSpPr>
        <p:spPr>
          <a:xfrm>
            <a:off x="-1" y="5265345"/>
            <a:ext cx="12192000" cy="649923"/>
          </a:xfrm>
        </p:spPr>
        <p:txBody>
          <a:bodyPr anchor="b">
            <a:noAutofit/>
          </a:bodyPr>
          <a:lstStyle>
            <a:lvl1pPr algn="ctr">
              <a:defRPr sz="3600" b="1" i="0">
                <a:solidFill>
                  <a:srgbClr val="E6E2D5"/>
                </a:solidFill>
                <a:latin typeface="Georgia" panose="02040502050405020303" pitchFamily="18" charset="0"/>
              </a:defRPr>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B25FDE69-869D-FF4A-9B8F-97F14A360177}"/>
              </a:ext>
            </a:extLst>
          </p:cNvPr>
          <p:cNvSpPr>
            <a:spLocks noGrp="1"/>
          </p:cNvSpPr>
          <p:nvPr>
            <p:ph type="subTitle" idx="1" hasCustomPrompt="1"/>
          </p:nvPr>
        </p:nvSpPr>
        <p:spPr>
          <a:xfrm>
            <a:off x="-1" y="5990623"/>
            <a:ext cx="12192000" cy="451802"/>
          </a:xfrm>
        </p:spPr>
        <p:txBody>
          <a:bodyPr>
            <a:normAutofit/>
          </a:bodyPr>
          <a:lstStyle>
            <a:lvl1pPr marL="0" indent="0" algn="ctr">
              <a:buNone/>
              <a:defRPr sz="1200" b="1" i="0" spc="200" baseline="0">
                <a:solidFill>
                  <a:srgbClr val="E6E2D5"/>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DATE</a:t>
            </a:r>
          </a:p>
        </p:txBody>
      </p:sp>
      <p:pic>
        <p:nvPicPr>
          <p:cNvPr id="4" name="Picture 3" descr="A black and white logo&#10;&#10;AI-generated content may be incorrect.">
            <a:extLst>
              <a:ext uri="{FF2B5EF4-FFF2-40B4-BE49-F238E27FC236}">
                <a16:creationId xmlns:a16="http://schemas.microsoft.com/office/drawing/2014/main" id="{3F0DC4DB-2730-F583-130A-7EAF7FA0D3D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400307" y="4375254"/>
            <a:ext cx="1391385" cy="649923"/>
          </a:xfrm>
          <a:prstGeom prst="rect">
            <a:avLst/>
          </a:prstGeom>
        </p:spPr>
      </p:pic>
      <p:sp>
        <p:nvSpPr>
          <p:cNvPr id="6" name="TextBox 5">
            <a:extLst>
              <a:ext uri="{FF2B5EF4-FFF2-40B4-BE49-F238E27FC236}">
                <a16:creationId xmlns:a16="http://schemas.microsoft.com/office/drawing/2014/main" id="{76A0DC6F-D28D-A537-84CC-D8C8D59BACE2}"/>
              </a:ext>
            </a:extLst>
          </p:cNvPr>
          <p:cNvSpPr txBox="1"/>
          <p:nvPr userDrawn="1"/>
        </p:nvSpPr>
        <p:spPr>
          <a:xfrm>
            <a:off x="9816871" y="6483989"/>
            <a:ext cx="1562329" cy="123111"/>
          </a:xfrm>
          <a:prstGeom prst="rect">
            <a:avLst/>
          </a:prstGeom>
          <a:noFill/>
        </p:spPr>
        <p:txBody>
          <a:bodyPr wrap="square" lIns="0" tIns="0" rIns="0" bIns="0" rtlCol="0" anchor="b" anchorCtr="0">
            <a:spAutoFit/>
          </a:bodyPr>
          <a:lstStyle/>
          <a:p>
            <a:pPr algn="r"/>
            <a:r>
              <a:rPr lang="en-US" sz="800" dirty="0">
                <a:solidFill>
                  <a:srgbClr val="E6E2D5">
                    <a:alpha val="40000"/>
                  </a:srgbClr>
                </a:solidFill>
              </a:rPr>
              <a:t>Confidential. Internal Use Only.</a:t>
            </a:r>
          </a:p>
        </p:txBody>
      </p:sp>
    </p:spTree>
    <p:extLst>
      <p:ext uri="{BB962C8B-B14F-4D97-AF65-F5344CB8AC3E}">
        <p14:creationId xmlns:p14="http://schemas.microsoft.com/office/powerpoint/2010/main" val="1863615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7" name="Picture 6" descr="A living room with a large couch and a large window&#10;&#10;AI-generated content may be incorrect.">
            <a:extLst>
              <a:ext uri="{FF2B5EF4-FFF2-40B4-BE49-F238E27FC236}">
                <a16:creationId xmlns:a16="http://schemas.microsoft.com/office/drawing/2014/main" id="{4429CE67-A5B6-0B52-CA1B-D70968CD6E00}"/>
              </a:ext>
            </a:extLst>
          </p:cNvPr>
          <p:cNvPicPr>
            <a:picLocks noChangeAspect="1"/>
          </p:cNvPicPr>
          <p:nvPr userDrawn="1"/>
        </p:nvPicPr>
        <p:blipFill>
          <a:blip r:embed="rId2"/>
          <a:stretch>
            <a:fillRect/>
          </a:stretch>
        </p:blipFill>
        <p:spPr>
          <a:xfrm>
            <a:off x="0" y="0"/>
            <a:ext cx="12198096" cy="5590794"/>
          </a:xfrm>
          <a:prstGeom prst="rect">
            <a:avLst/>
          </a:prstGeom>
        </p:spPr>
      </p:pic>
      <p:pic>
        <p:nvPicPr>
          <p:cNvPr id="2" name="Picture 1">
            <a:extLst>
              <a:ext uri="{FF2B5EF4-FFF2-40B4-BE49-F238E27FC236}">
                <a16:creationId xmlns:a16="http://schemas.microsoft.com/office/drawing/2014/main" id="{41650C14-B625-C9C3-E5F8-D18BD33D0FFD}"/>
              </a:ext>
            </a:extLst>
          </p:cNvPr>
          <p:cNvPicPr>
            <a:picLocks noChangeAspect="1"/>
          </p:cNvPicPr>
          <p:nvPr userDrawn="1"/>
        </p:nvPicPr>
        <p:blipFill>
          <a:blip r:embed="rId3"/>
          <a:srcRect b="20877"/>
          <a:stretch>
            <a:fillRect/>
          </a:stretch>
        </p:blipFill>
        <p:spPr>
          <a:xfrm>
            <a:off x="0" y="3938418"/>
            <a:ext cx="12192000" cy="2919582"/>
          </a:xfrm>
          <a:prstGeom prst="rect">
            <a:avLst/>
          </a:prstGeom>
        </p:spPr>
      </p:pic>
      <p:sp>
        <p:nvSpPr>
          <p:cNvPr id="14" name="Title 1">
            <a:extLst>
              <a:ext uri="{FF2B5EF4-FFF2-40B4-BE49-F238E27FC236}">
                <a16:creationId xmlns:a16="http://schemas.microsoft.com/office/drawing/2014/main" id="{A38D8625-21D2-B643-963F-7835985841CA}"/>
              </a:ext>
            </a:extLst>
          </p:cNvPr>
          <p:cNvSpPr>
            <a:spLocks noGrp="1"/>
          </p:cNvSpPr>
          <p:nvPr>
            <p:ph type="ctrTitle"/>
          </p:nvPr>
        </p:nvSpPr>
        <p:spPr>
          <a:xfrm>
            <a:off x="-1" y="5265345"/>
            <a:ext cx="12192000" cy="649923"/>
          </a:xfrm>
        </p:spPr>
        <p:txBody>
          <a:bodyPr anchor="b">
            <a:noAutofit/>
          </a:bodyPr>
          <a:lstStyle>
            <a:lvl1pPr algn="ctr">
              <a:defRPr sz="3600" b="1" i="0">
                <a:solidFill>
                  <a:srgbClr val="E6E2D5"/>
                </a:solidFill>
                <a:latin typeface="Georgia" panose="02040502050405020303" pitchFamily="18" charset="0"/>
              </a:defRPr>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B25FDE69-869D-FF4A-9B8F-97F14A360177}"/>
              </a:ext>
            </a:extLst>
          </p:cNvPr>
          <p:cNvSpPr>
            <a:spLocks noGrp="1"/>
          </p:cNvSpPr>
          <p:nvPr>
            <p:ph type="subTitle" idx="1" hasCustomPrompt="1"/>
          </p:nvPr>
        </p:nvSpPr>
        <p:spPr>
          <a:xfrm>
            <a:off x="-1" y="5990623"/>
            <a:ext cx="12192000" cy="451802"/>
          </a:xfrm>
        </p:spPr>
        <p:txBody>
          <a:bodyPr>
            <a:normAutofit/>
          </a:bodyPr>
          <a:lstStyle>
            <a:lvl1pPr marL="0" indent="0" algn="ctr">
              <a:buNone/>
              <a:defRPr sz="1200" b="1" i="0" spc="200" baseline="0">
                <a:solidFill>
                  <a:srgbClr val="E6E2D5"/>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DATE</a:t>
            </a:r>
          </a:p>
        </p:txBody>
      </p:sp>
      <p:pic>
        <p:nvPicPr>
          <p:cNvPr id="4" name="Picture 3" descr="A black and white logo&#10;&#10;AI-generated content may be incorrect.">
            <a:extLst>
              <a:ext uri="{FF2B5EF4-FFF2-40B4-BE49-F238E27FC236}">
                <a16:creationId xmlns:a16="http://schemas.microsoft.com/office/drawing/2014/main" id="{3F0DC4DB-2730-F583-130A-7EAF7FA0D3D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400307" y="4375254"/>
            <a:ext cx="1391385" cy="649923"/>
          </a:xfrm>
          <a:prstGeom prst="rect">
            <a:avLst/>
          </a:prstGeom>
        </p:spPr>
      </p:pic>
      <p:sp>
        <p:nvSpPr>
          <p:cNvPr id="6" name="TextBox 5">
            <a:extLst>
              <a:ext uri="{FF2B5EF4-FFF2-40B4-BE49-F238E27FC236}">
                <a16:creationId xmlns:a16="http://schemas.microsoft.com/office/drawing/2014/main" id="{237E34BA-80A1-3543-8B92-1CDA79B6EF54}"/>
              </a:ext>
            </a:extLst>
          </p:cNvPr>
          <p:cNvSpPr txBox="1"/>
          <p:nvPr userDrawn="1"/>
        </p:nvSpPr>
        <p:spPr>
          <a:xfrm>
            <a:off x="9816871" y="6483989"/>
            <a:ext cx="1562329" cy="123111"/>
          </a:xfrm>
          <a:prstGeom prst="rect">
            <a:avLst/>
          </a:prstGeom>
          <a:noFill/>
        </p:spPr>
        <p:txBody>
          <a:bodyPr wrap="square" lIns="0" tIns="0" rIns="0" bIns="0" rtlCol="0" anchor="b" anchorCtr="0">
            <a:spAutoFit/>
          </a:bodyPr>
          <a:lstStyle/>
          <a:p>
            <a:pPr algn="r"/>
            <a:r>
              <a:rPr lang="en-US" sz="800" dirty="0">
                <a:solidFill>
                  <a:srgbClr val="E6E2D5">
                    <a:alpha val="40000"/>
                  </a:srgbClr>
                </a:solidFill>
              </a:rPr>
              <a:t>Confidential. Internal Use Only.</a:t>
            </a:r>
          </a:p>
        </p:txBody>
      </p:sp>
    </p:spTree>
    <p:extLst>
      <p:ext uri="{BB962C8B-B14F-4D97-AF65-F5344CB8AC3E}">
        <p14:creationId xmlns:p14="http://schemas.microsoft.com/office/powerpoint/2010/main" val="3226773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7" name="Picture 6" descr="A living room with a couch and a coffee table&#10;&#10;AI-generated content may be incorrect.">
            <a:extLst>
              <a:ext uri="{FF2B5EF4-FFF2-40B4-BE49-F238E27FC236}">
                <a16:creationId xmlns:a16="http://schemas.microsoft.com/office/drawing/2014/main" id="{A3C69E17-5078-5811-8B6F-B70E507F2B5E}"/>
              </a:ext>
            </a:extLst>
          </p:cNvPr>
          <p:cNvPicPr>
            <a:picLocks noChangeAspect="1"/>
          </p:cNvPicPr>
          <p:nvPr userDrawn="1"/>
        </p:nvPicPr>
        <p:blipFill>
          <a:blip r:embed="rId2"/>
          <a:stretch>
            <a:fillRect/>
          </a:stretch>
        </p:blipFill>
        <p:spPr>
          <a:xfrm>
            <a:off x="0" y="0"/>
            <a:ext cx="12198096" cy="5476436"/>
          </a:xfrm>
          <a:prstGeom prst="rect">
            <a:avLst/>
          </a:prstGeom>
        </p:spPr>
      </p:pic>
      <p:pic>
        <p:nvPicPr>
          <p:cNvPr id="2" name="Picture 1">
            <a:extLst>
              <a:ext uri="{FF2B5EF4-FFF2-40B4-BE49-F238E27FC236}">
                <a16:creationId xmlns:a16="http://schemas.microsoft.com/office/drawing/2014/main" id="{41650C14-B625-C9C3-E5F8-D18BD33D0FFD}"/>
              </a:ext>
            </a:extLst>
          </p:cNvPr>
          <p:cNvPicPr>
            <a:picLocks noChangeAspect="1"/>
          </p:cNvPicPr>
          <p:nvPr userDrawn="1"/>
        </p:nvPicPr>
        <p:blipFill>
          <a:blip r:embed="rId3"/>
          <a:srcRect b="20877"/>
          <a:stretch>
            <a:fillRect/>
          </a:stretch>
        </p:blipFill>
        <p:spPr>
          <a:xfrm>
            <a:off x="0" y="3938418"/>
            <a:ext cx="12192000" cy="2919582"/>
          </a:xfrm>
          <a:prstGeom prst="rect">
            <a:avLst/>
          </a:prstGeom>
        </p:spPr>
      </p:pic>
      <p:sp>
        <p:nvSpPr>
          <p:cNvPr id="14" name="Title 1">
            <a:extLst>
              <a:ext uri="{FF2B5EF4-FFF2-40B4-BE49-F238E27FC236}">
                <a16:creationId xmlns:a16="http://schemas.microsoft.com/office/drawing/2014/main" id="{A38D8625-21D2-B643-963F-7835985841CA}"/>
              </a:ext>
            </a:extLst>
          </p:cNvPr>
          <p:cNvSpPr>
            <a:spLocks noGrp="1"/>
          </p:cNvSpPr>
          <p:nvPr>
            <p:ph type="ctrTitle"/>
          </p:nvPr>
        </p:nvSpPr>
        <p:spPr>
          <a:xfrm>
            <a:off x="-1" y="5265345"/>
            <a:ext cx="12192000" cy="649923"/>
          </a:xfrm>
        </p:spPr>
        <p:txBody>
          <a:bodyPr anchor="b">
            <a:noAutofit/>
          </a:bodyPr>
          <a:lstStyle>
            <a:lvl1pPr algn="ctr">
              <a:defRPr sz="3600" b="1" i="0">
                <a:solidFill>
                  <a:srgbClr val="E6E2D5"/>
                </a:solidFill>
                <a:latin typeface="Georgia" panose="02040502050405020303" pitchFamily="18" charset="0"/>
              </a:defRPr>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B25FDE69-869D-FF4A-9B8F-97F14A360177}"/>
              </a:ext>
            </a:extLst>
          </p:cNvPr>
          <p:cNvSpPr>
            <a:spLocks noGrp="1"/>
          </p:cNvSpPr>
          <p:nvPr>
            <p:ph type="subTitle" idx="1" hasCustomPrompt="1"/>
          </p:nvPr>
        </p:nvSpPr>
        <p:spPr>
          <a:xfrm>
            <a:off x="-1" y="5990623"/>
            <a:ext cx="12192000" cy="451802"/>
          </a:xfrm>
        </p:spPr>
        <p:txBody>
          <a:bodyPr>
            <a:normAutofit/>
          </a:bodyPr>
          <a:lstStyle>
            <a:lvl1pPr marL="0" indent="0" algn="ctr">
              <a:buNone/>
              <a:defRPr sz="1200" b="1" i="0" spc="200" baseline="0">
                <a:solidFill>
                  <a:srgbClr val="E6E2D5"/>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DATE</a:t>
            </a:r>
          </a:p>
        </p:txBody>
      </p:sp>
      <p:pic>
        <p:nvPicPr>
          <p:cNvPr id="4" name="Picture 3" descr="A black and white logo&#10;&#10;AI-generated content may be incorrect.">
            <a:extLst>
              <a:ext uri="{FF2B5EF4-FFF2-40B4-BE49-F238E27FC236}">
                <a16:creationId xmlns:a16="http://schemas.microsoft.com/office/drawing/2014/main" id="{3F0DC4DB-2730-F583-130A-7EAF7FA0D3D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400307" y="4375254"/>
            <a:ext cx="1391385" cy="649923"/>
          </a:xfrm>
          <a:prstGeom prst="rect">
            <a:avLst/>
          </a:prstGeom>
        </p:spPr>
      </p:pic>
      <p:sp>
        <p:nvSpPr>
          <p:cNvPr id="6" name="TextBox 5">
            <a:extLst>
              <a:ext uri="{FF2B5EF4-FFF2-40B4-BE49-F238E27FC236}">
                <a16:creationId xmlns:a16="http://schemas.microsoft.com/office/drawing/2014/main" id="{52B02A59-1333-6F07-D3AB-EF4AEFDEE3FD}"/>
              </a:ext>
            </a:extLst>
          </p:cNvPr>
          <p:cNvSpPr txBox="1"/>
          <p:nvPr userDrawn="1"/>
        </p:nvSpPr>
        <p:spPr>
          <a:xfrm>
            <a:off x="9816871" y="6483989"/>
            <a:ext cx="1562329" cy="123111"/>
          </a:xfrm>
          <a:prstGeom prst="rect">
            <a:avLst/>
          </a:prstGeom>
          <a:noFill/>
        </p:spPr>
        <p:txBody>
          <a:bodyPr wrap="square" lIns="0" tIns="0" rIns="0" bIns="0" rtlCol="0" anchor="b" anchorCtr="0">
            <a:spAutoFit/>
          </a:bodyPr>
          <a:lstStyle/>
          <a:p>
            <a:pPr algn="r"/>
            <a:r>
              <a:rPr lang="en-US" sz="800" dirty="0">
                <a:solidFill>
                  <a:srgbClr val="E6E2D5">
                    <a:alpha val="40000"/>
                  </a:srgbClr>
                </a:solidFill>
              </a:rPr>
              <a:t>Confidential. Internal Use Only.</a:t>
            </a:r>
          </a:p>
        </p:txBody>
      </p:sp>
    </p:spTree>
    <p:extLst>
      <p:ext uri="{BB962C8B-B14F-4D97-AF65-F5344CB8AC3E}">
        <p14:creationId xmlns:p14="http://schemas.microsoft.com/office/powerpoint/2010/main" val="236471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Slide 1">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AE22D3-B39B-8B8D-C5FA-94E10A99815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4B4D762-99F5-6C46-89EC-C0C98CCB0C74}"/>
              </a:ext>
            </a:extLst>
          </p:cNvPr>
          <p:cNvSpPr>
            <a:spLocks noGrp="1"/>
          </p:cNvSpPr>
          <p:nvPr>
            <p:ph type="title" hasCustomPrompt="1"/>
          </p:nvPr>
        </p:nvSpPr>
        <p:spPr>
          <a:xfrm>
            <a:off x="1271884" y="4850935"/>
            <a:ext cx="5408341" cy="616731"/>
          </a:xfrm>
        </p:spPr>
        <p:txBody>
          <a:bodyPr anchor="b">
            <a:noAutofit/>
          </a:bodyPr>
          <a:lstStyle>
            <a:lvl1pPr algn="l">
              <a:defRPr sz="4500">
                <a:solidFill>
                  <a:srgbClr val="E6E2D5"/>
                </a:solidFill>
              </a:defRPr>
            </a:lvl1pPr>
          </a:lstStyle>
          <a:p>
            <a:r>
              <a:rPr lang="en-US" dirty="0"/>
              <a:t>Sample Divider Title</a:t>
            </a:r>
          </a:p>
        </p:txBody>
      </p:sp>
      <p:sp>
        <p:nvSpPr>
          <p:cNvPr id="4" name="TextBox 3">
            <a:extLst>
              <a:ext uri="{FF2B5EF4-FFF2-40B4-BE49-F238E27FC236}">
                <a16:creationId xmlns:a16="http://schemas.microsoft.com/office/drawing/2014/main" id="{D38DBBDB-E40B-DB7C-763D-EAF154A8FF7F}"/>
              </a:ext>
            </a:extLst>
          </p:cNvPr>
          <p:cNvSpPr txBox="1"/>
          <p:nvPr userDrawn="1"/>
        </p:nvSpPr>
        <p:spPr>
          <a:xfrm>
            <a:off x="9816871" y="6483989"/>
            <a:ext cx="1562329" cy="123111"/>
          </a:xfrm>
          <a:prstGeom prst="rect">
            <a:avLst/>
          </a:prstGeom>
          <a:noFill/>
        </p:spPr>
        <p:txBody>
          <a:bodyPr wrap="square" lIns="0" tIns="0" rIns="0" bIns="0" rtlCol="0" anchor="b" anchorCtr="0">
            <a:spAutoFit/>
          </a:bodyPr>
          <a:lstStyle/>
          <a:p>
            <a:pPr algn="r"/>
            <a:r>
              <a:rPr lang="en-US" sz="800" dirty="0">
                <a:solidFill>
                  <a:srgbClr val="E6E2D5">
                    <a:alpha val="40000"/>
                  </a:srgbClr>
                </a:solidFill>
              </a:rPr>
              <a:t>Confidential. Internal Use Only.</a:t>
            </a:r>
          </a:p>
        </p:txBody>
      </p:sp>
    </p:spTree>
    <p:extLst>
      <p:ext uri="{BB962C8B-B14F-4D97-AF65-F5344CB8AC3E}">
        <p14:creationId xmlns:p14="http://schemas.microsoft.com/office/powerpoint/2010/main" val="337417129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Slide 2">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4810831-7E1C-FDF9-72BB-923942D1F5D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4B4D762-99F5-6C46-89EC-C0C98CCB0C74}"/>
              </a:ext>
            </a:extLst>
          </p:cNvPr>
          <p:cNvSpPr>
            <a:spLocks noGrp="1"/>
          </p:cNvSpPr>
          <p:nvPr>
            <p:ph type="title" hasCustomPrompt="1"/>
          </p:nvPr>
        </p:nvSpPr>
        <p:spPr>
          <a:xfrm>
            <a:off x="1271884" y="4850935"/>
            <a:ext cx="5408341" cy="616731"/>
          </a:xfrm>
        </p:spPr>
        <p:txBody>
          <a:bodyPr anchor="b">
            <a:noAutofit/>
          </a:bodyPr>
          <a:lstStyle>
            <a:lvl1pPr algn="l">
              <a:defRPr sz="4500">
                <a:solidFill>
                  <a:srgbClr val="E6E2D5"/>
                </a:solidFill>
              </a:defRPr>
            </a:lvl1pPr>
          </a:lstStyle>
          <a:p>
            <a:r>
              <a:rPr lang="en-US" dirty="0"/>
              <a:t>Sample Divider Title</a:t>
            </a:r>
          </a:p>
        </p:txBody>
      </p:sp>
      <p:sp>
        <p:nvSpPr>
          <p:cNvPr id="4" name="TextBox 3">
            <a:extLst>
              <a:ext uri="{FF2B5EF4-FFF2-40B4-BE49-F238E27FC236}">
                <a16:creationId xmlns:a16="http://schemas.microsoft.com/office/drawing/2014/main" id="{32B5A158-8181-A443-A941-A975FC485C96}"/>
              </a:ext>
            </a:extLst>
          </p:cNvPr>
          <p:cNvSpPr txBox="1"/>
          <p:nvPr userDrawn="1"/>
        </p:nvSpPr>
        <p:spPr>
          <a:xfrm>
            <a:off x="9816871" y="6483989"/>
            <a:ext cx="1562329" cy="123111"/>
          </a:xfrm>
          <a:prstGeom prst="rect">
            <a:avLst/>
          </a:prstGeom>
          <a:noFill/>
        </p:spPr>
        <p:txBody>
          <a:bodyPr wrap="square" lIns="0" tIns="0" rIns="0" bIns="0" rtlCol="0" anchor="b" anchorCtr="0">
            <a:spAutoFit/>
          </a:bodyPr>
          <a:lstStyle/>
          <a:p>
            <a:pPr algn="r"/>
            <a:r>
              <a:rPr lang="en-US" sz="800" dirty="0">
                <a:solidFill>
                  <a:srgbClr val="E6E2D5">
                    <a:alpha val="40000"/>
                  </a:srgbClr>
                </a:solidFill>
              </a:rPr>
              <a:t>Confidential. Internal Use Only.</a:t>
            </a:r>
          </a:p>
        </p:txBody>
      </p:sp>
    </p:spTree>
    <p:extLst>
      <p:ext uri="{BB962C8B-B14F-4D97-AF65-F5344CB8AC3E}">
        <p14:creationId xmlns:p14="http://schemas.microsoft.com/office/powerpoint/2010/main" val="6900209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ext Cream">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FC639EF-9B0D-98D7-50CD-4238FB615AB1}"/>
              </a:ext>
            </a:extLst>
          </p:cNvPr>
          <p:cNvSpPr/>
          <p:nvPr userDrawn="1"/>
        </p:nvSpPr>
        <p:spPr>
          <a:xfrm>
            <a:off x="0" y="0"/>
            <a:ext cx="12192000" cy="6858000"/>
          </a:xfrm>
          <a:prstGeom prst="rect">
            <a:avLst/>
          </a:prstGeom>
          <a:solidFill>
            <a:srgbClr val="E6E2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F35A446-42A8-6B4A-9A57-6569F1E9E9B9}"/>
              </a:ext>
            </a:extLst>
          </p:cNvPr>
          <p:cNvSpPr>
            <a:spLocks noGrp="1"/>
          </p:cNvSpPr>
          <p:nvPr>
            <p:ph type="title"/>
          </p:nvPr>
        </p:nvSpPr>
        <p:spPr>
          <a:xfrm>
            <a:off x="838200" y="1686877"/>
            <a:ext cx="10515600" cy="567936"/>
          </a:xfrm>
        </p:spPr>
        <p:txBody>
          <a:bodyPr>
            <a:noAutofit/>
          </a:bodyPr>
          <a:lstStyle>
            <a:lvl1pPr>
              <a:defRPr sz="3500" b="1">
                <a:solidFill>
                  <a:srgbClr val="003349"/>
                </a:solidFill>
                <a:latin typeface="Georgia" panose="02040502050405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A3EE8A0-A377-1A47-8811-01BC437C23FC}"/>
              </a:ext>
            </a:extLst>
          </p:cNvPr>
          <p:cNvSpPr>
            <a:spLocks noGrp="1"/>
          </p:cNvSpPr>
          <p:nvPr>
            <p:ph idx="1"/>
          </p:nvPr>
        </p:nvSpPr>
        <p:spPr>
          <a:xfrm>
            <a:off x="838200" y="2480077"/>
            <a:ext cx="10515600" cy="2681203"/>
          </a:xfrm>
        </p:spPr>
        <p:txBody>
          <a:bodyPr>
            <a:normAutofit/>
          </a:bodyPr>
          <a:lstStyle>
            <a:lvl1pPr>
              <a:spcBef>
                <a:spcPts val="0"/>
              </a:spcBef>
              <a:spcAft>
                <a:spcPts val="1200"/>
              </a:spcAft>
              <a:defRPr sz="1400" b="0" i="0">
                <a:solidFill>
                  <a:srgbClr val="003349"/>
                </a:solidFill>
                <a:latin typeface="Arial" panose="020B0604020202020204" pitchFamily="34" charset="0"/>
                <a:cs typeface="Arial" panose="020B0604020202020204" pitchFamily="34" charset="0"/>
              </a:defRPr>
            </a:lvl1pPr>
            <a:lvl2pPr>
              <a:spcBef>
                <a:spcPts val="0"/>
              </a:spcBef>
              <a:spcAft>
                <a:spcPts val="1200"/>
              </a:spcAft>
              <a:defRPr sz="1400" b="0" i="0">
                <a:solidFill>
                  <a:srgbClr val="003349"/>
                </a:solidFill>
                <a:latin typeface="Arial" panose="020B0604020202020204" pitchFamily="34" charset="0"/>
                <a:cs typeface="Arial" panose="020B0604020202020204" pitchFamily="34" charset="0"/>
              </a:defRPr>
            </a:lvl2pPr>
            <a:lvl3pPr>
              <a:spcBef>
                <a:spcPts val="0"/>
              </a:spcBef>
              <a:spcAft>
                <a:spcPts val="1200"/>
              </a:spcAft>
              <a:defRPr sz="1400" b="0" i="0">
                <a:solidFill>
                  <a:srgbClr val="003349"/>
                </a:solidFill>
                <a:latin typeface="Arial" panose="020B0604020202020204" pitchFamily="34" charset="0"/>
                <a:cs typeface="Arial" panose="020B0604020202020204" pitchFamily="34" charset="0"/>
              </a:defRPr>
            </a:lvl3pPr>
            <a:lvl4pPr>
              <a:spcBef>
                <a:spcPts val="0"/>
              </a:spcBef>
              <a:spcAft>
                <a:spcPts val="1200"/>
              </a:spcAft>
              <a:defRPr sz="1400" b="0" i="0">
                <a:solidFill>
                  <a:srgbClr val="003349"/>
                </a:solidFill>
                <a:latin typeface="Arial" panose="020B0604020202020204" pitchFamily="34" charset="0"/>
                <a:cs typeface="Arial" panose="020B0604020202020204" pitchFamily="34" charset="0"/>
              </a:defRPr>
            </a:lvl4pPr>
            <a:lvl5pPr>
              <a:spcBef>
                <a:spcPts val="0"/>
              </a:spcBef>
              <a:spcAft>
                <a:spcPts val="1200"/>
              </a:spcAft>
              <a:defRPr sz="1400" b="0" i="0">
                <a:solidFill>
                  <a:srgbClr val="003349"/>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descr="A black background with blue letters&#10;&#10;AI-generated content may be incorrect.">
            <a:extLst>
              <a:ext uri="{FF2B5EF4-FFF2-40B4-BE49-F238E27FC236}">
                <a16:creationId xmlns:a16="http://schemas.microsoft.com/office/drawing/2014/main" id="{C7B1CE6A-FA9F-0F43-60AC-E1DB4FE17B6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6" name="TextBox 5">
            <a:extLst>
              <a:ext uri="{FF2B5EF4-FFF2-40B4-BE49-F238E27FC236}">
                <a16:creationId xmlns:a16="http://schemas.microsoft.com/office/drawing/2014/main" id="{6AD52780-7792-937F-48BE-9D7BE1C694BE}"/>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59626"/>
                  </a:srgbClr>
                </a:solidFill>
              </a:rPr>
              <a:t>Confidential. Internal Use Only.</a:t>
            </a:r>
          </a:p>
        </p:txBody>
      </p:sp>
      <p:sp>
        <p:nvSpPr>
          <p:cNvPr id="8" name="Text Placeholder 6">
            <a:extLst>
              <a:ext uri="{FF2B5EF4-FFF2-40B4-BE49-F238E27FC236}">
                <a16:creationId xmlns:a16="http://schemas.microsoft.com/office/drawing/2014/main" id="{8FFC0414-CFA7-0360-BEE0-9DC45CB72120}"/>
              </a:ext>
            </a:extLst>
          </p:cNvPr>
          <p:cNvSpPr>
            <a:spLocks noGrp="1"/>
          </p:cNvSpPr>
          <p:nvPr>
            <p:ph type="body" sz="quarter" idx="10"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10" name="Text Placeholder 8">
            <a:extLst>
              <a:ext uri="{FF2B5EF4-FFF2-40B4-BE49-F238E27FC236}">
                <a16:creationId xmlns:a16="http://schemas.microsoft.com/office/drawing/2014/main" id="{18B06B3E-66D2-05B1-721A-1C8273551AF9}"/>
              </a:ext>
            </a:extLst>
          </p:cNvPr>
          <p:cNvSpPr>
            <a:spLocks noGrp="1"/>
          </p:cNvSpPr>
          <p:nvPr>
            <p:ph type="body" sz="quarter" idx="1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12" name="Straight Connector 11">
            <a:extLst>
              <a:ext uri="{FF2B5EF4-FFF2-40B4-BE49-F238E27FC236}">
                <a16:creationId xmlns:a16="http://schemas.microsoft.com/office/drawing/2014/main" id="{7D4600C3-894D-5F48-8647-4A0A42BAAD50}"/>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12897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ext Whit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35596BC-B0B1-9FF0-C032-EC81BF6AE8AD}"/>
              </a:ext>
            </a:extLst>
          </p:cNvPr>
          <p:cNvSpPr>
            <a:spLocks noGrp="1"/>
          </p:cNvSpPr>
          <p:nvPr>
            <p:ph type="title"/>
          </p:nvPr>
        </p:nvSpPr>
        <p:spPr>
          <a:xfrm>
            <a:off x="838200" y="1686877"/>
            <a:ext cx="10515600" cy="567936"/>
          </a:xfrm>
        </p:spPr>
        <p:txBody>
          <a:bodyPr>
            <a:noAutofit/>
          </a:bodyPr>
          <a:lstStyle>
            <a:lvl1pPr>
              <a:defRPr sz="3500" b="1">
                <a:solidFill>
                  <a:srgbClr val="003349"/>
                </a:solidFill>
                <a:latin typeface="Georgia" panose="02040502050405020303" pitchFamily="18" charset="0"/>
              </a:defRPr>
            </a:lvl1pPr>
          </a:lstStyle>
          <a:p>
            <a:r>
              <a:rPr lang="en-US"/>
              <a:t>Click to edit Master title style</a:t>
            </a:r>
            <a:endParaRPr lang="en-US" dirty="0"/>
          </a:p>
        </p:txBody>
      </p:sp>
      <p:sp>
        <p:nvSpPr>
          <p:cNvPr id="5" name="Content Placeholder 2">
            <a:extLst>
              <a:ext uri="{FF2B5EF4-FFF2-40B4-BE49-F238E27FC236}">
                <a16:creationId xmlns:a16="http://schemas.microsoft.com/office/drawing/2014/main" id="{5A2711B4-565B-93F2-9E41-C5B131AF18C3}"/>
              </a:ext>
            </a:extLst>
          </p:cNvPr>
          <p:cNvSpPr>
            <a:spLocks noGrp="1"/>
          </p:cNvSpPr>
          <p:nvPr>
            <p:ph idx="1"/>
          </p:nvPr>
        </p:nvSpPr>
        <p:spPr>
          <a:xfrm>
            <a:off x="838200" y="2480077"/>
            <a:ext cx="10515600" cy="2681203"/>
          </a:xfrm>
        </p:spPr>
        <p:txBody>
          <a:bodyPr>
            <a:normAutofit/>
          </a:bodyPr>
          <a:lstStyle>
            <a:lvl1pPr>
              <a:spcBef>
                <a:spcPts val="0"/>
              </a:spcBef>
              <a:spcAft>
                <a:spcPts val="1200"/>
              </a:spcAft>
              <a:defRPr sz="1400" b="0" i="0">
                <a:solidFill>
                  <a:srgbClr val="003349"/>
                </a:solidFill>
                <a:latin typeface="Arial" panose="020B0604020202020204" pitchFamily="34" charset="0"/>
                <a:cs typeface="Arial" panose="020B0604020202020204" pitchFamily="34" charset="0"/>
              </a:defRPr>
            </a:lvl1pPr>
            <a:lvl2pPr>
              <a:spcBef>
                <a:spcPts val="0"/>
              </a:spcBef>
              <a:spcAft>
                <a:spcPts val="1200"/>
              </a:spcAft>
              <a:defRPr sz="1400" b="0" i="0">
                <a:solidFill>
                  <a:srgbClr val="003349"/>
                </a:solidFill>
                <a:latin typeface="Arial" panose="020B0604020202020204" pitchFamily="34" charset="0"/>
                <a:cs typeface="Arial" panose="020B0604020202020204" pitchFamily="34" charset="0"/>
              </a:defRPr>
            </a:lvl2pPr>
            <a:lvl3pPr>
              <a:spcBef>
                <a:spcPts val="0"/>
              </a:spcBef>
              <a:spcAft>
                <a:spcPts val="1200"/>
              </a:spcAft>
              <a:defRPr sz="1400" b="0" i="0">
                <a:solidFill>
                  <a:srgbClr val="003349"/>
                </a:solidFill>
                <a:latin typeface="Arial" panose="020B0604020202020204" pitchFamily="34" charset="0"/>
                <a:cs typeface="Arial" panose="020B0604020202020204" pitchFamily="34" charset="0"/>
              </a:defRPr>
            </a:lvl3pPr>
            <a:lvl4pPr>
              <a:spcBef>
                <a:spcPts val="0"/>
              </a:spcBef>
              <a:spcAft>
                <a:spcPts val="1200"/>
              </a:spcAft>
              <a:defRPr sz="1400" b="0" i="0">
                <a:solidFill>
                  <a:srgbClr val="003349"/>
                </a:solidFill>
                <a:latin typeface="Arial" panose="020B0604020202020204" pitchFamily="34" charset="0"/>
                <a:cs typeface="Arial" panose="020B0604020202020204" pitchFamily="34" charset="0"/>
              </a:defRPr>
            </a:lvl4pPr>
            <a:lvl5pPr>
              <a:spcBef>
                <a:spcPts val="0"/>
              </a:spcBef>
              <a:spcAft>
                <a:spcPts val="1200"/>
              </a:spcAft>
              <a:defRPr sz="1400" b="0" i="0">
                <a:solidFill>
                  <a:srgbClr val="003349"/>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descr="A black background with blue letters&#10;&#10;AI-generated content may be incorrect.">
            <a:extLst>
              <a:ext uri="{FF2B5EF4-FFF2-40B4-BE49-F238E27FC236}">
                <a16:creationId xmlns:a16="http://schemas.microsoft.com/office/drawing/2014/main" id="{F8A7AEBB-4F8A-223B-8178-4DD5D99ADEF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8" name="Text Placeholder 6">
            <a:extLst>
              <a:ext uri="{FF2B5EF4-FFF2-40B4-BE49-F238E27FC236}">
                <a16:creationId xmlns:a16="http://schemas.microsoft.com/office/drawing/2014/main" id="{183A897D-03A2-D0DB-B931-DE4F0A626EE6}"/>
              </a:ext>
            </a:extLst>
          </p:cNvPr>
          <p:cNvSpPr>
            <a:spLocks noGrp="1"/>
          </p:cNvSpPr>
          <p:nvPr>
            <p:ph type="body" sz="quarter" idx="10"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9" name="Text Placeholder 8">
            <a:extLst>
              <a:ext uri="{FF2B5EF4-FFF2-40B4-BE49-F238E27FC236}">
                <a16:creationId xmlns:a16="http://schemas.microsoft.com/office/drawing/2014/main" id="{1658D2A5-7FE7-00DD-CBEB-5747AA8EBF3D}"/>
              </a:ext>
            </a:extLst>
          </p:cNvPr>
          <p:cNvSpPr>
            <a:spLocks noGrp="1"/>
          </p:cNvSpPr>
          <p:nvPr>
            <p:ph type="body" sz="quarter" idx="1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11" name="Straight Connector 10">
            <a:extLst>
              <a:ext uri="{FF2B5EF4-FFF2-40B4-BE49-F238E27FC236}">
                <a16:creationId xmlns:a16="http://schemas.microsoft.com/office/drawing/2014/main" id="{82515A7C-903A-A202-9766-521E44A9C75E}"/>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8AAAF1A-42EF-8DF3-C841-64816CFEB3F9}"/>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spTree>
    <p:extLst>
      <p:ext uri="{BB962C8B-B14F-4D97-AF65-F5344CB8AC3E}">
        <p14:creationId xmlns:p14="http://schemas.microsoft.com/office/powerpoint/2010/main" val="1944704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Text Cream">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FC639EF-9B0D-98D7-50CD-4238FB615AB1}"/>
              </a:ext>
            </a:extLst>
          </p:cNvPr>
          <p:cNvSpPr/>
          <p:nvPr userDrawn="1"/>
        </p:nvSpPr>
        <p:spPr>
          <a:xfrm>
            <a:off x="0" y="0"/>
            <a:ext cx="12192000" cy="6858000"/>
          </a:xfrm>
          <a:prstGeom prst="rect">
            <a:avLst/>
          </a:prstGeom>
          <a:solidFill>
            <a:srgbClr val="E6E2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black background with blue letters&#10;&#10;AI-generated content may be incorrect.">
            <a:extLst>
              <a:ext uri="{FF2B5EF4-FFF2-40B4-BE49-F238E27FC236}">
                <a16:creationId xmlns:a16="http://schemas.microsoft.com/office/drawing/2014/main" id="{C7B1CE6A-FA9F-0F43-60AC-E1DB4FE17B6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6" name="TextBox 5">
            <a:extLst>
              <a:ext uri="{FF2B5EF4-FFF2-40B4-BE49-F238E27FC236}">
                <a16:creationId xmlns:a16="http://schemas.microsoft.com/office/drawing/2014/main" id="{6AD52780-7792-937F-48BE-9D7BE1C694BE}"/>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59626"/>
                  </a:srgbClr>
                </a:solidFill>
              </a:rPr>
              <a:t>Confidential. Internal Use Only.</a:t>
            </a:r>
          </a:p>
        </p:txBody>
      </p:sp>
      <p:sp>
        <p:nvSpPr>
          <p:cNvPr id="8" name="Text Placeholder 6">
            <a:extLst>
              <a:ext uri="{FF2B5EF4-FFF2-40B4-BE49-F238E27FC236}">
                <a16:creationId xmlns:a16="http://schemas.microsoft.com/office/drawing/2014/main" id="{8FFC0414-CFA7-0360-BEE0-9DC45CB72120}"/>
              </a:ext>
            </a:extLst>
          </p:cNvPr>
          <p:cNvSpPr>
            <a:spLocks noGrp="1"/>
          </p:cNvSpPr>
          <p:nvPr>
            <p:ph type="body" sz="quarter" idx="10"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10" name="Text Placeholder 8">
            <a:extLst>
              <a:ext uri="{FF2B5EF4-FFF2-40B4-BE49-F238E27FC236}">
                <a16:creationId xmlns:a16="http://schemas.microsoft.com/office/drawing/2014/main" id="{18B06B3E-66D2-05B1-721A-1C8273551AF9}"/>
              </a:ext>
            </a:extLst>
          </p:cNvPr>
          <p:cNvSpPr>
            <a:spLocks noGrp="1"/>
          </p:cNvSpPr>
          <p:nvPr>
            <p:ph type="body" sz="quarter" idx="1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12" name="Straight Connector 11">
            <a:extLst>
              <a:ext uri="{FF2B5EF4-FFF2-40B4-BE49-F238E27FC236}">
                <a16:creationId xmlns:a16="http://schemas.microsoft.com/office/drawing/2014/main" id="{7D4600C3-894D-5F48-8647-4A0A42BAAD50}"/>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5F3A4BB3-80E1-328C-C037-7F925C3F1EAE}"/>
              </a:ext>
            </a:extLst>
          </p:cNvPr>
          <p:cNvSpPr>
            <a:spLocks noGrp="1"/>
          </p:cNvSpPr>
          <p:nvPr>
            <p:ph type="title"/>
          </p:nvPr>
        </p:nvSpPr>
        <p:spPr>
          <a:xfrm>
            <a:off x="838200" y="677572"/>
            <a:ext cx="10515600" cy="567936"/>
          </a:xfrm>
        </p:spPr>
        <p:txBody>
          <a:bodyPr>
            <a:noAutofit/>
          </a:bodyPr>
          <a:lstStyle>
            <a:lvl1pPr>
              <a:defRPr sz="3500" b="1">
                <a:solidFill>
                  <a:srgbClr val="003349"/>
                </a:solidFill>
                <a:latin typeface="Georgia" panose="02040502050405020303" pitchFamily="18" charset="0"/>
              </a:defRPr>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C0AD16C5-C964-B4E0-0D2E-4EFA2DC181E2}"/>
              </a:ext>
            </a:extLst>
          </p:cNvPr>
          <p:cNvSpPr>
            <a:spLocks noGrp="1"/>
          </p:cNvSpPr>
          <p:nvPr>
            <p:ph idx="1"/>
          </p:nvPr>
        </p:nvSpPr>
        <p:spPr>
          <a:xfrm>
            <a:off x="838200" y="1481789"/>
            <a:ext cx="10515600" cy="4621558"/>
          </a:xfrm>
        </p:spPr>
        <p:txBody>
          <a:bodyPr>
            <a:normAutofit/>
          </a:bodyPr>
          <a:lstStyle>
            <a:lvl1pPr>
              <a:spcBef>
                <a:spcPts val="0"/>
              </a:spcBef>
              <a:spcAft>
                <a:spcPts val="1200"/>
              </a:spcAft>
              <a:defRPr sz="1400" b="0" i="0">
                <a:solidFill>
                  <a:srgbClr val="003349"/>
                </a:solidFill>
                <a:latin typeface="Arial" panose="020B0604020202020204" pitchFamily="34" charset="0"/>
                <a:cs typeface="Arial" panose="020B0604020202020204" pitchFamily="34" charset="0"/>
              </a:defRPr>
            </a:lvl1pPr>
            <a:lvl2pPr>
              <a:spcBef>
                <a:spcPts val="0"/>
              </a:spcBef>
              <a:spcAft>
                <a:spcPts val="1200"/>
              </a:spcAft>
              <a:defRPr sz="1400" b="0" i="0">
                <a:solidFill>
                  <a:srgbClr val="003349"/>
                </a:solidFill>
                <a:latin typeface="Arial" panose="020B0604020202020204" pitchFamily="34" charset="0"/>
                <a:cs typeface="Arial" panose="020B0604020202020204" pitchFamily="34" charset="0"/>
              </a:defRPr>
            </a:lvl2pPr>
            <a:lvl3pPr>
              <a:spcBef>
                <a:spcPts val="0"/>
              </a:spcBef>
              <a:spcAft>
                <a:spcPts val="1200"/>
              </a:spcAft>
              <a:defRPr sz="1400" b="0" i="0">
                <a:solidFill>
                  <a:srgbClr val="003349"/>
                </a:solidFill>
                <a:latin typeface="Arial" panose="020B0604020202020204" pitchFamily="34" charset="0"/>
                <a:cs typeface="Arial" panose="020B0604020202020204" pitchFamily="34" charset="0"/>
              </a:defRPr>
            </a:lvl3pPr>
            <a:lvl4pPr>
              <a:spcBef>
                <a:spcPts val="0"/>
              </a:spcBef>
              <a:spcAft>
                <a:spcPts val="1200"/>
              </a:spcAft>
              <a:defRPr sz="1400" b="0" i="0">
                <a:solidFill>
                  <a:srgbClr val="003349"/>
                </a:solidFill>
                <a:latin typeface="Arial" panose="020B0604020202020204" pitchFamily="34" charset="0"/>
                <a:cs typeface="Arial" panose="020B0604020202020204" pitchFamily="34" charset="0"/>
              </a:defRPr>
            </a:lvl4pPr>
            <a:lvl5pPr>
              <a:spcBef>
                <a:spcPts val="0"/>
              </a:spcBef>
              <a:spcAft>
                <a:spcPts val="1200"/>
              </a:spcAft>
              <a:defRPr sz="1400" b="0" i="0">
                <a:solidFill>
                  <a:srgbClr val="003349"/>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976074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xt Whit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FA8B2AB-9124-39FA-ECCD-5C9ECDC0F5DD}"/>
              </a:ext>
            </a:extLst>
          </p:cNvPr>
          <p:cNvSpPr>
            <a:spLocks noGrp="1"/>
          </p:cNvSpPr>
          <p:nvPr>
            <p:ph type="title"/>
          </p:nvPr>
        </p:nvSpPr>
        <p:spPr>
          <a:xfrm>
            <a:off x="838200" y="677572"/>
            <a:ext cx="10515600" cy="567936"/>
          </a:xfrm>
        </p:spPr>
        <p:txBody>
          <a:bodyPr>
            <a:noAutofit/>
          </a:bodyPr>
          <a:lstStyle>
            <a:lvl1pPr>
              <a:defRPr sz="3500" b="1">
                <a:solidFill>
                  <a:srgbClr val="003349"/>
                </a:solidFill>
                <a:latin typeface="Georgia" panose="02040502050405020303" pitchFamily="18" charset="0"/>
              </a:defRPr>
            </a:lvl1pPr>
          </a:lstStyle>
          <a:p>
            <a:r>
              <a:rPr lang="en-US"/>
              <a:t>Click to edit Master title style</a:t>
            </a:r>
            <a:endParaRPr lang="en-US" dirty="0"/>
          </a:p>
        </p:txBody>
      </p:sp>
      <p:pic>
        <p:nvPicPr>
          <p:cNvPr id="10" name="Picture 9" descr="A black background with blue letters&#10;&#10;AI-generated content may be incorrect.">
            <a:extLst>
              <a:ext uri="{FF2B5EF4-FFF2-40B4-BE49-F238E27FC236}">
                <a16:creationId xmlns:a16="http://schemas.microsoft.com/office/drawing/2014/main" id="{F8A7AEBB-4F8A-223B-8178-4DD5D99ADEF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8" name="Text Placeholder 6">
            <a:extLst>
              <a:ext uri="{FF2B5EF4-FFF2-40B4-BE49-F238E27FC236}">
                <a16:creationId xmlns:a16="http://schemas.microsoft.com/office/drawing/2014/main" id="{183A897D-03A2-D0DB-B931-DE4F0A626EE6}"/>
              </a:ext>
            </a:extLst>
          </p:cNvPr>
          <p:cNvSpPr>
            <a:spLocks noGrp="1"/>
          </p:cNvSpPr>
          <p:nvPr>
            <p:ph type="body" sz="quarter" idx="10"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9" name="Text Placeholder 8">
            <a:extLst>
              <a:ext uri="{FF2B5EF4-FFF2-40B4-BE49-F238E27FC236}">
                <a16:creationId xmlns:a16="http://schemas.microsoft.com/office/drawing/2014/main" id="{1658D2A5-7FE7-00DD-CBEB-5747AA8EBF3D}"/>
              </a:ext>
            </a:extLst>
          </p:cNvPr>
          <p:cNvSpPr>
            <a:spLocks noGrp="1"/>
          </p:cNvSpPr>
          <p:nvPr>
            <p:ph type="body" sz="quarter" idx="1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11" name="Straight Connector 10">
            <a:extLst>
              <a:ext uri="{FF2B5EF4-FFF2-40B4-BE49-F238E27FC236}">
                <a16:creationId xmlns:a16="http://schemas.microsoft.com/office/drawing/2014/main" id="{82515A7C-903A-A202-9766-521E44A9C75E}"/>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8AAAF1A-42EF-8DF3-C841-64816CFEB3F9}"/>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sp>
        <p:nvSpPr>
          <p:cNvPr id="3" name="Content Placeholder 2">
            <a:extLst>
              <a:ext uri="{FF2B5EF4-FFF2-40B4-BE49-F238E27FC236}">
                <a16:creationId xmlns:a16="http://schemas.microsoft.com/office/drawing/2014/main" id="{84E8474B-1FC2-8067-928C-9D14B0F11CCC}"/>
              </a:ext>
            </a:extLst>
          </p:cNvPr>
          <p:cNvSpPr>
            <a:spLocks noGrp="1"/>
          </p:cNvSpPr>
          <p:nvPr>
            <p:ph idx="1"/>
          </p:nvPr>
        </p:nvSpPr>
        <p:spPr>
          <a:xfrm>
            <a:off x="838200" y="1481789"/>
            <a:ext cx="10515600" cy="4621558"/>
          </a:xfrm>
        </p:spPr>
        <p:txBody>
          <a:bodyPr>
            <a:normAutofit/>
          </a:bodyPr>
          <a:lstStyle>
            <a:lvl1pPr>
              <a:spcBef>
                <a:spcPts val="0"/>
              </a:spcBef>
              <a:spcAft>
                <a:spcPts val="1200"/>
              </a:spcAft>
              <a:defRPr sz="1400" b="0" i="0">
                <a:solidFill>
                  <a:srgbClr val="003349"/>
                </a:solidFill>
                <a:latin typeface="Arial" panose="020B0604020202020204" pitchFamily="34" charset="0"/>
                <a:cs typeface="Arial" panose="020B0604020202020204" pitchFamily="34" charset="0"/>
              </a:defRPr>
            </a:lvl1pPr>
            <a:lvl2pPr>
              <a:spcBef>
                <a:spcPts val="0"/>
              </a:spcBef>
              <a:spcAft>
                <a:spcPts val="1200"/>
              </a:spcAft>
              <a:defRPr sz="1400" b="0" i="0">
                <a:solidFill>
                  <a:srgbClr val="003349"/>
                </a:solidFill>
                <a:latin typeface="Arial" panose="020B0604020202020204" pitchFamily="34" charset="0"/>
                <a:cs typeface="Arial" panose="020B0604020202020204" pitchFamily="34" charset="0"/>
              </a:defRPr>
            </a:lvl2pPr>
            <a:lvl3pPr>
              <a:spcBef>
                <a:spcPts val="0"/>
              </a:spcBef>
              <a:spcAft>
                <a:spcPts val="1200"/>
              </a:spcAft>
              <a:defRPr sz="1400" b="0" i="0">
                <a:solidFill>
                  <a:srgbClr val="003349"/>
                </a:solidFill>
                <a:latin typeface="Arial" panose="020B0604020202020204" pitchFamily="34" charset="0"/>
                <a:cs typeface="Arial" panose="020B0604020202020204" pitchFamily="34" charset="0"/>
              </a:defRPr>
            </a:lvl3pPr>
            <a:lvl4pPr>
              <a:spcBef>
                <a:spcPts val="0"/>
              </a:spcBef>
              <a:spcAft>
                <a:spcPts val="1200"/>
              </a:spcAft>
              <a:defRPr sz="1400" b="0" i="0">
                <a:solidFill>
                  <a:srgbClr val="003349"/>
                </a:solidFill>
                <a:latin typeface="Arial" panose="020B0604020202020204" pitchFamily="34" charset="0"/>
                <a:cs typeface="Arial" panose="020B0604020202020204" pitchFamily="34" charset="0"/>
              </a:defRPr>
            </a:lvl4pPr>
            <a:lvl5pPr>
              <a:spcBef>
                <a:spcPts val="0"/>
              </a:spcBef>
              <a:spcAft>
                <a:spcPts val="1200"/>
              </a:spcAft>
              <a:defRPr sz="1400" b="0" i="0">
                <a:solidFill>
                  <a:srgbClr val="003349"/>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58375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6C4C1-0A4D-4448-8B3A-2BCBE753E4CC}"/>
              </a:ext>
            </a:extLst>
          </p:cNvPr>
          <p:cNvSpPr>
            <a:spLocks noGrp="1"/>
          </p:cNvSpPr>
          <p:nvPr>
            <p:ph type="title"/>
          </p:nvPr>
        </p:nvSpPr>
        <p:spPr>
          <a:xfrm>
            <a:off x="838200" y="1514157"/>
            <a:ext cx="10515600" cy="553633"/>
          </a:xfrm>
        </p:spPr>
        <p:txBody>
          <a:bodyPr>
            <a:normAutofit/>
          </a:bodyPr>
          <a:lstStyle>
            <a:lvl1pPr>
              <a:defRPr sz="3500">
                <a:solidFill>
                  <a:srgbClr val="003349"/>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4B2274B-89E6-9D49-9830-9208605D70D8}"/>
              </a:ext>
            </a:extLst>
          </p:cNvPr>
          <p:cNvSpPr>
            <a:spLocks noGrp="1"/>
          </p:cNvSpPr>
          <p:nvPr>
            <p:ph sz="half" idx="1"/>
          </p:nvPr>
        </p:nvSpPr>
        <p:spPr>
          <a:xfrm>
            <a:off x="838200" y="2307357"/>
            <a:ext cx="5181600" cy="2610083"/>
          </a:xfrm>
        </p:spPr>
        <p:txBody>
          <a:bodyPr>
            <a:normAutofit/>
          </a:bodyPr>
          <a:lstStyle>
            <a:lvl1pPr>
              <a:spcBef>
                <a:spcPts val="0"/>
              </a:spcBef>
              <a:spcAft>
                <a:spcPts val="1200"/>
              </a:spcAft>
              <a:defRPr sz="1400">
                <a:solidFill>
                  <a:srgbClr val="003349"/>
                </a:solidFill>
              </a:defRPr>
            </a:lvl1pPr>
            <a:lvl2pPr>
              <a:spcBef>
                <a:spcPts val="0"/>
              </a:spcBef>
              <a:spcAft>
                <a:spcPts val="1200"/>
              </a:spcAft>
              <a:defRPr sz="1400">
                <a:solidFill>
                  <a:srgbClr val="003349"/>
                </a:solidFill>
              </a:defRPr>
            </a:lvl2pPr>
            <a:lvl3pPr>
              <a:spcBef>
                <a:spcPts val="0"/>
              </a:spcBef>
              <a:spcAft>
                <a:spcPts val="1200"/>
              </a:spcAft>
              <a:defRPr sz="1400">
                <a:solidFill>
                  <a:srgbClr val="003349"/>
                </a:solidFill>
              </a:defRPr>
            </a:lvl3pPr>
            <a:lvl4pPr>
              <a:spcBef>
                <a:spcPts val="0"/>
              </a:spcBef>
              <a:spcAft>
                <a:spcPts val="1200"/>
              </a:spcAft>
              <a:defRPr sz="1400">
                <a:solidFill>
                  <a:srgbClr val="003349"/>
                </a:solidFill>
              </a:defRPr>
            </a:lvl4pPr>
            <a:lvl5pPr>
              <a:spcBef>
                <a:spcPts val="0"/>
              </a:spcBef>
              <a:spcAft>
                <a:spcPts val="1200"/>
              </a:spcAft>
              <a:defRPr sz="1400">
                <a:solidFill>
                  <a:srgbClr val="00334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5FAEAE3-60A3-1846-BB1D-BEAFA3EDADA4}"/>
              </a:ext>
            </a:extLst>
          </p:cNvPr>
          <p:cNvSpPr>
            <a:spLocks noGrp="1"/>
          </p:cNvSpPr>
          <p:nvPr>
            <p:ph sz="half" idx="2"/>
          </p:nvPr>
        </p:nvSpPr>
        <p:spPr>
          <a:xfrm>
            <a:off x="6172200" y="2307357"/>
            <a:ext cx="5181600" cy="2610083"/>
          </a:xfrm>
        </p:spPr>
        <p:txBody>
          <a:bodyPr>
            <a:normAutofit/>
          </a:bodyPr>
          <a:lstStyle>
            <a:lvl1pPr>
              <a:spcBef>
                <a:spcPts val="0"/>
              </a:spcBef>
              <a:spcAft>
                <a:spcPts val="1200"/>
              </a:spcAft>
              <a:defRPr sz="1400">
                <a:solidFill>
                  <a:srgbClr val="003349"/>
                </a:solidFill>
              </a:defRPr>
            </a:lvl1pPr>
            <a:lvl2pPr>
              <a:spcBef>
                <a:spcPts val="0"/>
              </a:spcBef>
              <a:spcAft>
                <a:spcPts val="1200"/>
              </a:spcAft>
              <a:defRPr sz="1400">
                <a:solidFill>
                  <a:srgbClr val="003349"/>
                </a:solidFill>
              </a:defRPr>
            </a:lvl2pPr>
            <a:lvl3pPr>
              <a:spcBef>
                <a:spcPts val="0"/>
              </a:spcBef>
              <a:spcAft>
                <a:spcPts val="1200"/>
              </a:spcAft>
              <a:defRPr sz="1400">
                <a:solidFill>
                  <a:srgbClr val="003349"/>
                </a:solidFill>
              </a:defRPr>
            </a:lvl3pPr>
            <a:lvl4pPr>
              <a:spcBef>
                <a:spcPts val="0"/>
              </a:spcBef>
              <a:spcAft>
                <a:spcPts val="1200"/>
              </a:spcAft>
              <a:defRPr sz="1400">
                <a:solidFill>
                  <a:srgbClr val="003349"/>
                </a:solidFill>
              </a:defRPr>
            </a:lvl4pPr>
            <a:lvl5pPr>
              <a:spcBef>
                <a:spcPts val="0"/>
              </a:spcBef>
              <a:spcAft>
                <a:spcPts val="1200"/>
              </a:spcAft>
              <a:defRPr sz="1400">
                <a:solidFill>
                  <a:srgbClr val="00334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descr="A black background with blue letters&#10;&#10;AI-generated content may be incorrect.">
            <a:extLst>
              <a:ext uri="{FF2B5EF4-FFF2-40B4-BE49-F238E27FC236}">
                <a16:creationId xmlns:a16="http://schemas.microsoft.com/office/drawing/2014/main" id="{F36F8852-2E6E-0EF3-64D8-FB805475948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12" name="TextBox 11">
            <a:extLst>
              <a:ext uri="{FF2B5EF4-FFF2-40B4-BE49-F238E27FC236}">
                <a16:creationId xmlns:a16="http://schemas.microsoft.com/office/drawing/2014/main" id="{67F40E38-EBE3-F3B5-AB6D-78A59F19F8F0}"/>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sp>
        <p:nvSpPr>
          <p:cNvPr id="5" name="Text Placeholder 6">
            <a:extLst>
              <a:ext uri="{FF2B5EF4-FFF2-40B4-BE49-F238E27FC236}">
                <a16:creationId xmlns:a16="http://schemas.microsoft.com/office/drawing/2014/main" id="{0D106F43-1527-58DC-FF21-D0300A50DAF9}"/>
              </a:ext>
            </a:extLst>
          </p:cNvPr>
          <p:cNvSpPr>
            <a:spLocks noGrp="1"/>
          </p:cNvSpPr>
          <p:nvPr>
            <p:ph type="body" sz="quarter" idx="10"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9" name="Text Placeholder 8">
            <a:extLst>
              <a:ext uri="{FF2B5EF4-FFF2-40B4-BE49-F238E27FC236}">
                <a16:creationId xmlns:a16="http://schemas.microsoft.com/office/drawing/2014/main" id="{EF1C48FF-2656-2728-B117-ED8B8D7F71F9}"/>
              </a:ext>
            </a:extLst>
          </p:cNvPr>
          <p:cNvSpPr>
            <a:spLocks noGrp="1"/>
          </p:cNvSpPr>
          <p:nvPr>
            <p:ph type="body" sz="quarter" idx="1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10" name="Straight Connector 9">
            <a:extLst>
              <a:ext uri="{FF2B5EF4-FFF2-40B4-BE49-F238E27FC236}">
                <a16:creationId xmlns:a16="http://schemas.microsoft.com/office/drawing/2014/main" id="{02D900CC-12A9-AE4B-BA88-6C0E898790D2}"/>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0054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Rou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6C4C1-0A4D-4448-8B3A-2BCBE753E4CC}"/>
              </a:ext>
            </a:extLst>
          </p:cNvPr>
          <p:cNvSpPr>
            <a:spLocks noGrp="1"/>
          </p:cNvSpPr>
          <p:nvPr>
            <p:ph type="title"/>
          </p:nvPr>
        </p:nvSpPr>
        <p:spPr>
          <a:xfrm>
            <a:off x="838200" y="685759"/>
            <a:ext cx="10515600" cy="553633"/>
          </a:xfrm>
        </p:spPr>
        <p:txBody>
          <a:bodyPr>
            <a:normAutofit/>
          </a:bodyPr>
          <a:lstStyle>
            <a:lvl1pPr>
              <a:defRPr sz="3500">
                <a:solidFill>
                  <a:srgbClr val="003349"/>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75FAEAE3-60A3-1846-BB1D-BEAFA3EDADA4}"/>
              </a:ext>
            </a:extLst>
          </p:cNvPr>
          <p:cNvSpPr>
            <a:spLocks noGrp="1"/>
          </p:cNvSpPr>
          <p:nvPr>
            <p:ph sz="half" idx="2"/>
          </p:nvPr>
        </p:nvSpPr>
        <p:spPr>
          <a:xfrm>
            <a:off x="4340994" y="1740936"/>
            <a:ext cx="7012806" cy="3139348"/>
          </a:xfrm>
        </p:spPr>
        <p:txBody>
          <a:bodyPr anchor="ctr" anchorCtr="0">
            <a:normAutofit/>
          </a:bodyPr>
          <a:lstStyle>
            <a:lvl1pPr>
              <a:spcBef>
                <a:spcPts val="0"/>
              </a:spcBef>
              <a:spcAft>
                <a:spcPts val="1200"/>
              </a:spcAft>
              <a:defRPr sz="1400">
                <a:solidFill>
                  <a:srgbClr val="003349"/>
                </a:solidFill>
              </a:defRPr>
            </a:lvl1pPr>
            <a:lvl2pPr>
              <a:spcBef>
                <a:spcPts val="0"/>
              </a:spcBef>
              <a:spcAft>
                <a:spcPts val="1200"/>
              </a:spcAft>
              <a:defRPr sz="1400">
                <a:solidFill>
                  <a:srgbClr val="003349"/>
                </a:solidFill>
              </a:defRPr>
            </a:lvl2pPr>
            <a:lvl3pPr>
              <a:spcBef>
                <a:spcPts val="0"/>
              </a:spcBef>
              <a:spcAft>
                <a:spcPts val="1200"/>
              </a:spcAft>
              <a:defRPr sz="1400">
                <a:solidFill>
                  <a:srgbClr val="003349"/>
                </a:solidFill>
              </a:defRPr>
            </a:lvl3pPr>
            <a:lvl4pPr>
              <a:spcBef>
                <a:spcPts val="0"/>
              </a:spcBef>
              <a:spcAft>
                <a:spcPts val="1200"/>
              </a:spcAft>
              <a:defRPr sz="1400">
                <a:solidFill>
                  <a:srgbClr val="003349"/>
                </a:solidFill>
              </a:defRPr>
            </a:lvl4pPr>
            <a:lvl5pPr>
              <a:spcBef>
                <a:spcPts val="0"/>
              </a:spcBef>
              <a:spcAft>
                <a:spcPts val="1200"/>
              </a:spcAft>
              <a:defRPr sz="1400">
                <a:solidFill>
                  <a:srgbClr val="00334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descr="A black background with blue letters&#10;&#10;AI-generated content may be incorrect.">
            <a:extLst>
              <a:ext uri="{FF2B5EF4-FFF2-40B4-BE49-F238E27FC236}">
                <a16:creationId xmlns:a16="http://schemas.microsoft.com/office/drawing/2014/main" id="{F36F8852-2E6E-0EF3-64D8-FB805475948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10" name="Picture Placeholder 9">
            <a:extLst>
              <a:ext uri="{FF2B5EF4-FFF2-40B4-BE49-F238E27FC236}">
                <a16:creationId xmlns:a16="http://schemas.microsoft.com/office/drawing/2014/main" id="{68928FDA-CB4F-4C15-C6C8-FFC3C1AC7D40}"/>
              </a:ext>
            </a:extLst>
          </p:cNvPr>
          <p:cNvSpPr>
            <a:spLocks noGrp="1"/>
          </p:cNvSpPr>
          <p:nvPr>
            <p:ph type="pic" sz="quarter" idx="10"/>
          </p:nvPr>
        </p:nvSpPr>
        <p:spPr>
          <a:xfrm>
            <a:off x="838199" y="1695132"/>
            <a:ext cx="3185153" cy="3185152"/>
          </a:xfrm>
          <a:prstGeom prst="ellipse">
            <a:avLst/>
          </a:prstGeom>
        </p:spPr>
        <p:txBody>
          <a:bodyPr/>
          <a:lstStyle/>
          <a:p>
            <a:r>
              <a:rPr lang="en-US"/>
              <a:t>Click icon to add picture</a:t>
            </a:r>
            <a:endParaRPr lang="en-US" dirty="0"/>
          </a:p>
        </p:txBody>
      </p:sp>
      <p:sp>
        <p:nvSpPr>
          <p:cNvPr id="12" name="TextBox 11">
            <a:extLst>
              <a:ext uri="{FF2B5EF4-FFF2-40B4-BE49-F238E27FC236}">
                <a16:creationId xmlns:a16="http://schemas.microsoft.com/office/drawing/2014/main" id="{3B6917B7-EF3B-B34B-04DB-14F43DD78443}"/>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sp>
        <p:nvSpPr>
          <p:cNvPr id="13" name="Text Placeholder 6">
            <a:extLst>
              <a:ext uri="{FF2B5EF4-FFF2-40B4-BE49-F238E27FC236}">
                <a16:creationId xmlns:a16="http://schemas.microsoft.com/office/drawing/2014/main" id="{727B3BBC-3560-3645-6822-B16B84770682}"/>
              </a:ext>
            </a:extLst>
          </p:cNvPr>
          <p:cNvSpPr>
            <a:spLocks noGrp="1"/>
          </p:cNvSpPr>
          <p:nvPr>
            <p:ph type="body" sz="quarter" idx="11"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14" name="Text Placeholder 8">
            <a:extLst>
              <a:ext uri="{FF2B5EF4-FFF2-40B4-BE49-F238E27FC236}">
                <a16:creationId xmlns:a16="http://schemas.microsoft.com/office/drawing/2014/main" id="{3B7ABC78-E6A7-85E9-3ABE-647C65A7B04F}"/>
              </a:ext>
            </a:extLst>
          </p:cNvPr>
          <p:cNvSpPr>
            <a:spLocks noGrp="1"/>
          </p:cNvSpPr>
          <p:nvPr>
            <p:ph type="body" sz="quarter" idx="12"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15" name="Straight Connector 14">
            <a:extLst>
              <a:ext uri="{FF2B5EF4-FFF2-40B4-BE49-F238E27FC236}">
                <a16:creationId xmlns:a16="http://schemas.microsoft.com/office/drawing/2014/main" id="{D62089EC-0C4E-102F-5E26-2AB80B6940F3}"/>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61179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nd Text White">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EFB1B29A-0BB1-AE1E-9B65-AD2B2B9BBF9E}"/>
              </a:ext>
            </a:extLst>
          </p:cNvPr>
          <p:cNvSpPr>
            <a:spLocks noGrp="1"/>
          </p:cNvSpPr>
          <p:nvPr>
            <p:ph type="pic" sz="quarter" idx="10"/>
          </p:nvPr>
        </p:nvSpPr>
        <p:spPr>
          <a:xfrm>
            <a:off x="0" y="541287"/>
            <a:ext cx="6323421" cy="6331150"/>
          </a:xfrm>
          <a:custGeom>
            <a:avLst/>
            <a:gdLst>
              <a:gd name="connsiteX0" fmla="*/ 2211198 w 6323421"/>
              <a:gd name="connsiteY0" fmla="*/ 247 h 6331150"/>
              <a:gd name="connsiteX1" fmla="*/ 2598822 w 6323421"/>
              <a:gd name="connsiteY1" fmla="*/ 16978 h 6331150"/>
              <a:gd name="connsiteX2" fmla="*/ 5168767 w 6323421"/>
              <a:gd name="connsiteY2" fmla="*/ 1258635 h 6331150"/>
              <a:gd name="connsiteX3" fmla="*/ 6237171 w 6323421"/>
              <a:gd name="connsiteY3" fmla="*/ 3443570 h 6331150"/>
              <a:gd name="connsiteX4" fmla="*/ 6227545 w 6323421"/>
              <a:gd name="connsiteY4" fmla="*/ 6331150 h 6331150"/>
              <a:gd name="connsiteX5" fmla="*/ 0 w 6323421"/>
              <a:gd name="connsiteY5" fmla="*/ 6331150 h 6331150"/>
              <a:gd name="connsiteX6" fmla="*/ 0 w 6323421"/>
              <a:gd name="connsiteY6" fmla="*/ 546367 h 6331150"/>
              <a:gd name="connsiteX7" fmla="*/ 2211198 w 6323421"/>
              <a:gd name="connsiteY7" fmla="*/ 247 h 63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23421" h="6331150">
                <a:moveTo>
                  <a:pt x="2211198" y="247"/>
                </a:moveTo>
                <a:cubicBezTo>
                  <a:pt x="2334829" y="1437"/>
                  <a:pt x="2463667" y="6952"/>
                  <a:pt x="2598822" y="16978"/>
                </a:cubicBezTo>
                <a:cubicBezTo>
                  <a:pt x="3686477" y="158148"/>
                  <a:pt x="4321744" y="491823"/>
                  <a:pt x="5168767" y="1258635"/>
                </a:cubicBezTo>
                <a:cubicBezTo>
                  <a:pt x="5707781" y="1816900"/>
                  <a:pt x="6121668" y="2644673"/>
                  <a:pt x="6237171" y="3443570"/>
                </a:cubicBezTo>
                <a:cubicBezTo>
                  <a:pt x="6397591" y="4043545"/>
                  <a:pt x="6298131" y="5384666"/>
                  <a:pt x="6227545" y="6331150"/>
                </a:cubicBezTo>
                <a:lnTo>
                  <a:pt x="0" y="6331150"/>
                </a:lnTo>
                <a:lnTo>
                  <a:pt x="0" y="546367"/>
                </a:lnTo>
                <a:cubicBezTo>
                  <a:pt x="735530" y="195446"/>
                  <a:pt x="1345783" y="-8087"/>
                  <a:pt x="2211198" y="247"/>
                </a:cubicBezTo>
                <a:close/>
              </a:path>
            </a:pathLst>
          </a:custGeom>
        </p:spPr>
        <p:txBody>
          <a:bodyPr wrap="square" anchor="ctr" anchorCtr="0">
            <a:noAutofit/>
          </a:bodyPr>
          <a:lstStyle/>
          <a:p>
            <a:r>
              <a:rPr lang="en-US"/>
              <a:t>Click icon to add picture</a:t>
            </a:r>
            <a:endParaRPr lang="en-US" dirty="0"/>
          </a:p>
        </p:txBody>
      </p:sp>
      <p:sp>
        <p:nvSpPr>
          <p:cNvPr id="5" name="Title 1">
            <a:extLst>
              <a:ext uri="{FF2B5EF4-FFF2-40B4-BE49-F238E27FC236}">
                <a16:creationId xmlns:a16="http://schemas.microsoft.com/office/drawing/2014/main" id="{36F42772-5DB3-6F47-A0C6-C6FDB1D906E7}"/>
              </a:ext>
            </a:extLst>
          </p:cNvPr>
          <p:cNvSpPr>
            <a:spLocks noGrp="1"/>
          </p:cNvSpPr>
          <p:nvPr>
            <p:ph type="title" hasCustomPrompt="1"/>
          </p:nvPr>
        </p:nvSpPr>
        <p:spPr>
          <a:xfrm>
            <a:off x="6664749" y="1844297"/>
            <a:ext cx="4572001" cy="492071"/>
          </a:xfrm>
        </p:spPr>
        <p:txBody>
          <a:bodyPr anchor="b">
            <a:normAutofit/>
          </a:bodyPr>
          <a:lstStyle>
            <a:lvl1pPr>
              <a:defRPr sz="3000">
                <a:solidFill>
                  <a:srgbClr val="003349"/>
                </a:solidFill>
              </a:defRPr>
            </a:lvl1pPr>
          </a:lstStyle>
          <a:p>
            <a:r>
              <a:rPr lang="en-US" dirty="0"/>
              <a:t>Sample Headline</a:t>
            </a:r>
          </a:p>
        </p:txBody>
      </p:sp>
      <p:sp>
        <p:nvSpPr>
          <p:cNvPr id="7" name="Text Placeholder 3">
            <a:extLst>
              <a:ext uri="{FF2B5EF4-FFF2-40B4-BE49-F238E27FC236}">
                <a16:creationId xmlns:a16="http://schemas.microsoft.com/office/drawing/2014/main" id="{A1E20872-150F-3C4E-AA55-3D282552B56C}"/>
              </a:ext>
            </a:extLst>
          </p:cNvPr>
          <p:cNvSpPr>
            <a:spLocks noGrp="1"/>
          </p:cNvSpPr>
          <p:nvPr>
            <p:ph type="body" sz="half" idx="2"/>
          </p:nvPr>
        </p:nvSpPr>
        <p:spPr>
          <a:xfrm>
            <a:off x="6664751" y="2336369"/>
            <a:ext cx="4572000" cy="2747075"/>
          </a:xfrm>
        </p:spPr>
        <p:txBody>
          <a:bodyPr>
            <a:normAutofit/>
          </a:bodyPr>
          <a:lstStyle>
            <a:lvl1pPr marL="0" indent="0">
              <a:spcBef>
                <a:spcPts val="0"/>
              </a:spcBef>
              <a:spcAft>
                <a:spcPts val="1200"/>
              </a:spcAft>
              <a:buNone/>
              <a:defRPr sz="1400">
                <a:solidFill>
                  <a:srgbClr val="003349"/>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26" name="Picture 25" descr="A black background with blue letters&#10;&#10;AI-generated content may be incorrect.">
            <a:extLst>
              <a:ext uri="{FF2B5EF4-FFF2-40B4-BE49-F238E27FC236}">
                <a16:creationId xmlns:a16="http://schemas.microsoft.com/office/drawing/2014/main" id="{1F3D0944-23FF-1388-3506-15F6CBD0F8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8" name="TextBox 7">
            <a:extLst>
              <a:ext uri="{FF2B5EF4-FFF2-40B4-BE49-F238E27FC236}">
                <a16:creationId xmlns:a16="http://schemas.microsoft.com/office/drawing/2014/main" id="{AA887FC9-8095-A5A9-7EE4-323635C63E53}"/>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spTree>
    <p:extLst>
      <p:ext uri="{BB962C8B-B14F-4D97-AF65-F5344CB8AC3E}">
        <p14:creationId xmlns:p14="http://schemas.microsoft.com/office/powerpoint/2010/main" val="2049470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nd Text Cream">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F10B33-8882-FB14-2DAF-DB2EACE16E32}"/>
              </a:ext>
            </a:extLst>
          </p:cNvPr>
          <p:cNvSpPr/>
          <p:nvPr userDrawn="1"/>
        </p:nvSpPr>
        <p:spPr>
          <a:xfrm>
            <a:off x="0" y="-14437"/>
            <a:ext cx="12192000" cy="6872437"/>
          </a:xfrm>
          <a:prstGeom prst="rect">
            <a:avLst/>
          </a:prstGeom>
          <a:solidFill>
            <a:srgbClr val="E6E2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Picture Placeholder 21">
            <a:extLst>
              <a:ext uri="{FF2B5EF4-FFF2-40B4-BE49-F238E27FC236}">
                <a16:creationId xmlns:a16="http://schemas.microsoft.com/office/drawing/2014/main" id="{EFB1B29A-0BB1-AE1E-9B65-AD2B2B9BBF9E}"/>
              </a:ext>
            </a:extLst>
          </p:cNvPr>
          <p:cNvSpPr>
            <a:spLocks noGrp="1"/>
          </p:cNvSpPr>
          <p:nvPr>
            <p:ph type="pic" sz="quarter" idx="10"/>
          </p:nvPr>
        </p:nvSpPr>
        <p:spPr>
          <a:xfrm>
            <a:off x="0" y="541287"/>
            <a:ext cx="6323421" cy="6331150"/>
          </a:xfrm>
          <a:custGeom>
            <a:avLst/>
            <a:gdLst>
              <a:gd name="connsiteX0" fmla="*/ 2211198 w 6323421"/>
              <a:gd name="connsiteY0" fmla="*/ 247 h 6331150"/>
              <a:gd name="connsiteX1" fmla="*/ 2598822 w 6323421"/>
              <a:gd name="connsiteY1" fmla="*/ 16978 h 6331150"/>
              <a:gd name="connsiteX2" fmla="*/ 5168767 w 6323421"/>
              <a:gd name="connsiteY2" fmla="*/ 1258635 h 6331150"/>
              <a:gd name="connsiteX3" fmla="*/ 6237171 w 6323421"/>
              <a:gd name="connsiteY3" fmla="*/ 3443570 h 6331150"/>
              <a:gd name="connsiteX4" fmla="*/ 6227545 w 6323421"/>
              <a:gd name="connsiteY4" fmla="*/ 6331150 h 6331150"/>
              <a:gd name="connsiteX5" fmla="*/ 0 w 6323421"/>
              <a:gd name="connsiteY5" fmla="*/ 6331150 h 6331150"/>
              <a:gd name="connsiteX6" fmla="*/ 0 w 6323421"/>
              <a:gd name="connsiteY6" fmla="*/ 546367 h 6331150"/>
              <a:gd name="connsiteX7" fmla="*/ 2211198 w 6323421"/>
              <a:gd name="connsiteY7" fmla="*/ 247 h 63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23421" h="6331150">
                <a:moveTo>
                  <a:pt x="2211198" y="247"/>
                </a:moveTo>
                <a:cubicBezTo>
                  <a:pt x="2334829" y="1437"/>
                  <a:pt x="2463667" y="6952"/>
                  <a:pt x="2598822" y="16978"/>
                </a:cubicBezTo>
                <a:cubicBezTo>
                  <a:pt x="3686477" y="158148"/>
                  <a:pt x="4321744" y="491823"/>
                  <a:pt x="5168767" y="1258635"/>
                </a:cubicBezTo>
                <a:cubicBezTo>
                  <a:pt x="5707781" y="1816900"/>
                  <a:pt x="6121668" y="2644673"/>
                  <a:pt x="6237171" y="3443570"/>
                </a:cubicBezTo>
                <a:cubicBezTo>
                  <a:pt x="6397591" y="4043545"/>
                  <a:pt x="6298131" y="5384666"/>
                  <a:pt x="6227545" y="6331150"/>
                </a:cubicBezTo>
                <a:lnTo>
                  <a:pt x="0" y="6331150"/>
                </a:lnTo>
                <a:lnTo>
                  <a:pt x="0" y="546367"/>
                </a:lnTo>
                <a:cubicBezTo>
                  <a:pt x="735530" y="195446"/>
                  <a:pt x="1345783" y="-8087"/>
                  <a:pt x="2211198" y="247"/>
                </a:cubicBezTo>
                <a:close/>
              </a:path>
            </a:pathLst>
          </a:custGeom>
        </p:spPr>
        <p:txBody>
          <a:bodyPr wrap="square" anchor="ctr" anchorCtr="0">
            <a:noAutofit/>
          </a:bodyPr>
          <a:lstStyle/>
          <a:p>
            <a:r>
              <a:rPr lang="en-US"/>
              <a:t>Click icon to add picture</a:t>
            </a:r>
            <a:endParaRPr lang="en-US" dirty="0"/>
          </a:p>
        </p:txBody>
      </p:sp>
      <p:sp>
        <p:nvSpPr>
          <p:cNvPr id="5" name="Title 1">
            <a:extLst>
              <a:ext uri="{FF2B5EF4-FFF2-40B4-BE49-F238E27FC236}">
                <a16:creationId xmlns:a16="http://schemas.microsoft.com/office/drawing/2014/main" id="{36F42772-5DB3-6F47-A0C6-C6FDB1D906E7}"/>
              </a:ext>
            </a:extLst>
          </p:cNvPr>
          <p:cNvSpPr>
            <a:spLocks noGrp="1"/>
          </p:cNvSpPr>
          <p:nvPr>
            <p:ph type="title" hasCustomPrompt="1"/>
          </p:nvPr>
        </p:nvSpPr>
        <p:spPr>
          <a:xfrm>
            <a:off x="6664749" y="1844297"/>
            <a:ext cx="4572001" cy="492071"/>
          </a:xfrm>
        </p:spPr>
        <p:txBody>
          <a:bodyPr anchor="b">
            <a:normAutofit/>
          </a:bodyPr>
          <a:lstStyle>
            <a:lvl1pPr>
              <a:defRPr sz="3000">
                <a:solidFill>
                  <a:srgbClr val="003349"/>
                </a:solidFill>
              </a:defRPr>
            </a:lvl1pPr>
          </a:lstStyle>
          <a:p>
            <a:r>
              <a:rPr lang="en-US" dirty="0"/>
              <a:t>Sample Headline</a:t>
            </a:r>
          </a:p>
        </p:txBody>
      </p:sp>
      <p:sp>
        <p:nvSpPr>
          <p:cNvPr id="7" name="Text Placeholder 3">
            <a:extLst>
              <a:ext uri="{FF2B5EF4-FFF2-40B4-BE49-F238E27FC236}">
                <a16:creationId xmlns:a16="http://schemas.microsoft.com/office/drawing/2014/main" id="{A1E20872-150F-3C4E-AA55-3D282552B56C}"/>
              </a:ext>
            </a:extLst>
          </p:cNvPr>
          <p:cNvSpPr>
            <a:spLocks noGrp="1"/>
          </p:cNvSpPr>
          <p:nvPr>
            <p:ph type="body" sz="half" idx="2"/>
          </p:nvPr>
        </p:nvSpPr>
        <p:spPr>
          <a:xfrm>
            <a:off x="6664751" y="2336369"/>
            <a:ext cx="4572000" cy="2747075"/>
          </a:xfrm>
        </p:spPr>
        <p:txBody>
          <a:bodyPr>
            <a:normAutofit/>
          </a:bodyPr>
          <a:lstStyle>
            <a:lvl1pPr marL="0" indent="0">
              <a:spcBef>
                <a:spcPts val="0"/>
              </a:spcBef>
              <a:spcAft>
                <a:spcPts val="1200"/>
              </a:spcAft>
              <a:buNone/>
              <a:defRPr sz="1400">
                <a:solidFill>
                  <a:srgbClr val="003349"/>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black background with blue letters&#10;&#10;AI-generated content may be incorrect.">
            <a:extLst>
              <a:ext uri="{FF2B5EF4-FFF2-40B4-BE49-F238E27FC236}">
                <a16:creationId xmlns:a16="http://schemas.microsoft.com/office/drawing/2014/main" id="{79EB49B8-11D9-23B7-5002-A488F8B735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10" name="TextBox 9">
            <a:extLst>
              <a:ext uri="{FF2B5EF4-FFF2-40B4-BE49-F238E27FC236}">
                <a16:creationId xmlns:a16="http://schemas.microsoft.com/office/drawing/2014/main" id="{52A7E9FA-0EC1-A6C4-6944-DB8A50B8204A}"/>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59626"/>
                  </a:srgbClr>
                </a:solidFill>
              </a:rPr>
              <a:t>Confidential. Internal Use Only.</a:t>
            </a:r>
          </a:p>
        </p:txBody>
      </p:sp>
    </p:spTree>
    <p:extLst>
      <p:ext uri="{BB962C8B-B14F-4D97-AF65-F5344CB8AC3E}">
        <p14:creationId xmlns:p14="http://schemas.microsoft.com/office/powerpoint/2010/main" val="13052726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rge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F28C7BB7-99AB-14E5-3BEF-9C95912D0AE4}"/>
              </a:ext>
            </a:extLst>
          </p:cNvPr>
          <p:cNvSpPr>
            <a:spLocks noGrp="1"/>
          </p:cNvSpPr>
          <p:nvPr>
            <p:ph type="pic" sz="quarter" idx="10"/>
          </p:nvPr>
        </p:nvSpPr>
        <p:spPr>
          <a:xfrm>
            <a:off x="0" y="0"/>
            <a:ext cx="12192000" cy="6858000"/>
          </a:xfrm>
        </p:spPr>
        <p:txBody>
          <a:bodyPr/>
          <a:lstStyle/>
          <a:p>
            <a:r>
              <a:rPr lang="en-US"/>
              <a:t>Click icon to add picture</a:t>
            </a:r>
            <a:endParaRPr lang="en-US" dirty="0"/>
          </a:p>
        </p:txBody>
      </p:sp>
      <p:sp>
        <p:nvSpPr>
          <p:cNvPr id="2" name="TextBox 1">
            <a:extLst>
              <a:ext uri="{FF2B5EF4-FFF2-40B4-BE49-F238E27FC236}">
                <a16:creationId xmlns:a16="http://schemas.microsoft.com/office/drawing/2014/main" id="{D10A84A2-33CA-5107-DBDB-48EF8F294904}"/>
              </a:ext>
            </a:extLst>
          </p:cNvPr>
          <p:cNvSpPr txBox="1"/>
          <p:nvPr userDrawn="1"/>
        </p:nvSpPr>
        <p:spPr>
          <a:xfrm>
            <a:off x="8182098" y="6503467"/>
            <a:ext cx="3197102" cy="123111"/>
          </a:xfrm>
          <a:prstGeom prst="rect">
            <a:avLst/>
          </a:prstGeom>
          <a:noFill/>
        </p:spPr>
        <p:txBody>
          <a:bodyPr wrap="square" lIns="0" tIns="0" rIns="0" bIns="0" rtlCol="0" anchor="b" anchorCtr="0">
            <a:spAutoFit/>
          </a:bodyPr>
          <a:lstStyle/>
          <a:p>
            <a:pPr algn="r"/>
            <a:r>
              <a:rPr lang="en-US" sz="800" dirty="0">
                <a:solidFill>
                  <a:srgbClr val="003349"/>
                </a:solidFill>
              </a:rPr>
              <a:t>Confidential. Internal Use Only.</a:t>
            </a:r>
          </a:p>
        </p:txBody>
      </p:sp>
    </p:spTree>
    <p:extLst>
      <p:ext uri="{BB962C8B-B14F-4D97-AF65-F5344CB8AC3E}">
        <p14:creationId xmlns:p14="http://schemas.microsoft.com/office/powerpoint/2010/main" val="3818167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rofi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CB3EBA5-BD3A-F1ED-0F40-FE7B53C87F1E}"/>
              </a:ext>
            </a:extLst>
          </p:cNvPr>
          <p:cNvSpPr/>
          <p:nvPr userDrawn="1"/>
        </p:nvSpPr>
        <p:spPr>
          <a:xfrm>
            <a:off x="0" y="1319753"/>
            <a:ext cx="12192000" cy="5538247"/>
          </a:xfrm>
          <a:prstGeom prst="rect">
            <a:avLst/>
          </a:prstGeom>
          <a:solidFill>
            <a:srgbClr val="E6E2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0"/>
              </a:spcBef>
              <a:spcAft>
                <a:spcPts val="600"/>
              </a:spcAft>
              <a:buFontTx/>
              <a:buNone/>
            </a:pPr>
            <a:endParaRPr lang="en-US" sz="1200" dirty="0"/>
          </a:p>
        </p:txBody>
      </p:sp>
      <p:pic>
        <p:nvPicPr>
          <p:cNvPr id="3" name="Picture 2">
            <a:extLst>
              <a:ext uri="{FF2B5EF4-FFF2-40B4-BE49-F238E27FC236}">
                <a16:creationId xmlns:a16="http://schemas.microsoft.com/office/drawing/2014/main" id="{97884BE7-CBB7-5915-9DF5-308275371F0A}"/>
              </a:ext>
            </a:extLst>
          </p:cNvPr>
          <p:cNvPicPr>
            <a:picLocks noChangeAspect="1"/>
          </p:cNvPicPr>
          <p:nvPr userDrawn="1"/>
        </p:nvPicPr>
        <p:blipFill>
          <a:blip r:embed="rId2"/>
          <a:srcRect t="-1" b="29475"/>
          <a:stretch>
            <a:fillRect/>
          </a:stretch>
        </p:blipFill>
        <p:spPr>
          <a:xfrm rot="10800000">
            <a:off x="0" y="0"/>
            <a:ext cx="12192000" cy="2602338"/>
          </a:xfrm>
          <a:prstGeom prst="rect">
            <a:avLst/>
          </a:prstGeom>
        </p:spPr>
      </p:pic>
      <p:sp>
        <p:nvSpPr>
          <p:cNvPr id="2" name="Title 1">
            <a:extLst>
              <a:ext uri="{FF2B5EF4-FFF2-40B4-BE49-F238E27FC236}">
                <a16:creationId xmlns:a16="http://schemas.microsoft.com/office/drawing/2014/main" id="{E84FADC3-1F67-C681-C2A3-8661D9458F4E}"/>
              </a:ext>
            </a:extLst>
          </p:cNvPr>
          <p:cNvSpPr>
            <a:spLocks noGrp="1"/>
          </p:cNvSpPr>
          <p:nvPr>
            <p:ph type="title"/>
          </p:nvPr>
        </p:nvSpPr>
        <p:spPr/>
        <p:txBody>
          <a:bodyPr>
            <a:normAutofit/>
          </a:bodyPr>
          <a:lstStyle>
            <a:lvl1pPr>
              <a:lnSpc>
                <a:spcPct val="90000"/>
              </a:lnSpc>
              <a:spcBef>
                <a:spcPts val="0"/>
              </a:spcBef>
              <a:spcAft>
                <a:spcPts val="600"/>
              </a:spcAft>
              <a:buFontTx/>
              <a:buNone/>
              <a:defRPr sz="3600">
                <a:solidFill>
                  <a:srgbClr val="E6E2D5"/>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E45AB344-3747-4A57-0063-10F05269ED86}"/>
              </a:ext>
            </a:extLst>
          </p:cNvPr>
          <p:cNvSpPr>
            <a:spLocks noGrp="1"/>
          </p:cNvSpPr>
          <p:nvPr>
            <p:ph type="pic" sz="quarter" idx="10"/>
          </p:nvPr>
        </p:nvSpPr>
        <p:spPr>
          <a:xfrm>
            <a:off x="1178186" y="1931987"/>
            <a:ext cx="2441575" cy="2441575"/>
          </a:xfrm>
          <a:prstGeom prst="ellipse">
            <a:avLst/>
          </a:prstGeom>
          <a:solidFill>
            <a:schemeClr val="bg1"/>
          </a:solidFill>
        </p:spPr>
        <p:txBody>
          <a:bodyPr/>
          <a:lstStyle>
            <a:lvl1pPr marL="0" indent="0">
              <a:lnSpc>
                <a:spcPct val="90000"/>
              </a:lnSpc>
              <a:spcBef>
                <a:spcPts val="0"/>
              </a:spcBef>
              <a:spcAft>
                <a:spcPts val="600"/>
              </a:spcAft>
              <a:buFontTx/>
              <a:buNone/>
              <a:defRPr sz="1200"/>
            </a:lvl1pPr>
          </a:lstStyle>
          <a:p>
            <a:r>
              <a:rPr lang="en-US"/>
              <a:t>Click icon to add picture</a:t>
            </a:r>
            <a:endParaRPr lang="en-US" dirty="0"/>
          </a:p>
        </p:txBody>
      </p:sp>
      <p:sp>
        <p:nvSpPr>
          <p:cNvPr id="8" name="Text Placeholder 7">
            <a:extLst>
              <a:ext uri="{FF2B5EF4-FFF2-40B4-BE49-F238E27FC236}">
                <a16:creationId xmlns:a16="http://schemas.microsoft.com/office/drawing/2014/main" id="{C70F0E0D-CF86-BC86-4090-784CD74E9973}"/>
              </a:ext>
            </a:extLst>
          </p:cNvPr>
          <p:cNvSpPr>
            <a:spLocks noGrp="1"/>
          </p:cNvSpPr>
          <p:nvPr>
            <p:ph type="body" sz="quarter" idx="11" hasCustomPrompt="1"/>
          </p:nvPr>
        </p:nvSpPr>
        <p:spPr>
          <a:xfrm>
            <a:off x="1178186" y="4562476"/>
            <a:ext cx="2441575" cy="273476"/>
          </a:xfrm>
        </p:spPr>
        <p:txBody>
          <a:bodyPr>
            <a:noAutofit/>
          </a:bodyPr>
          <a:lstStyle>
            <a:lvl1pPr marL="0" indent="0" algn="ctr">
              <a:lnSpc>
                <a:spcPct val="90000"/>
              </a:lnSpc>
              <a:spcBef>
                <a:spcPts val="0"/>
              </a:spcBef>
              <a:spcAft>
                <a:spcPts val="600"/>
              </a:spcAft>
              <a:buFontTx/>
              <a:buNone/>
              <a:defRPr sz="2000" b="1" i="0">
                <a:solidFill>
                  <a:srgbClr val="003349"/>
                </a:solidFill>
                <a:latin typeface="Georgia" panose="02040502050405020303" pitchFamily="18" charset="0"/>
              </a:defRPr>
            </a:lvl1pPr>
            <a:lvl2pPr marL="457200" indent="0">
              <a:lnSpc>
                <a:spcPct val="90000"/>
              </a:lnSpc>
              <a:spcBef>
                <a:spcPts val="0"/>
              </a:spcBef>
              <a:spcAft>
                <a:spcPts val="600"/>
              </a:spcAft>
              <a:buFontTx/>
              <a:buNone/>
              <a:defRPr sz="1200"/>
            </a:lvl2pPr>
            <a:lvl3pPr marL="914400" indent="0">
              <a:lnSpc>
                <a:spcPct val="90000"/>
              </a:lnSpc>
              <a:spcBef>
                <a:spcPts val="0"/>
              </a:spcBef>
              <a:spcAft>
                <a:spcPts val="600"/>
              </a:spcAft>
              <a:buFontTx/>
              <a:buNone/>
              <a:defRPr sz="1200"/>
            </a:lvl3pPr>
            <a:lvl4pPr marL="1371600" indent="0">
              <a:lnSpc>
                <a:spcPct val="90000"/>
              </a:lnSpc>
              <a:spcBef>
                <a:spcPts val="0"/>
              </a:spcBef>
              <a:spcAft>
                <a:spcPts val="600"/>
              </a:spcAft>
              <a:buFontTx/>
              <a:buNone/>
              <a:defRPr sz="1200"/>
            </a:lvl4pPr>
            <a:lvl5pPr marL="1828800" indent="0">
              <a:lnSpc>
                <a:spcPct val="90000"/>
              </a:lnSpc>
              <a:spcBef>
                <a:spcPts val="0"/>
              </a:spcBef>
              <a:spcAft>
                <a:spcPts val="600"/>
              </a:spcAft>
              <a:buFontTx/>
              <a:buNone/>
              <a:defRPr sz="1200"/>
            </a:lvl5pPr>
          </a:lstStyle>
          <a:p>
            <a:pPr lvl="0"/>
            <a:r>
              <a:rPr lang="en-US" dirty="0"/>
              <a:t>Name Style</a:t>
            </a:r>
          </a:p>
        </p:txBody>
      </p:sp>
      <p:sp>
        <p:nvSpPr>
          <p:cNvPr id="9" name="Content Placeholder 3">
            <a:extLst>
              <a:ext uri="{FF2B5EF4-FFF2-40B4-BE49-F238E27FC236}">
                <a16:creationId xmlns:a16="http://schemas.microsoft.com/office/drawing/2014/main" id="{949CC3E6-80A2-B7A9-CF7D-713FD1BE3170}"/>
              </a:ext>
            </a:extLst>
          </p:cNvPr>
          <p:cNvSpPr>
            <a:spLocks noGrp="1"/>
          </p:cNvSpPr>
          <p:nvPr>
            <p:ph sz="half" idx="2"/>
          </p:nvPr>
        </p:nvSpPr>
        <p:spPr>
          <a:xfrm>
            <a:off x="4428241" y="3513988"/>
            <a:ext cx="6252327" cy="2610083"/>
          </a:xfrm>
        </p:spPr>
        <p:txBody>
          <a:bodyPr>
            <a:normAutofit/>
          </a:bodyPr>
          <a:lstStyle>
            <a:lvl1pPr>
              <a:spcBef>
                <a:spcPts val="0"/>
              </a:spcBef>
              <a:spcAft>
                <a:spcPts val="1200"/>
              </a:spcAft>
              <a:defRPr sz="1400">
                <a:solidFill>
                  <a:srgbClr val="003349"/>
                </a:solidFill>
              </a:defRPr>
            </a:lvl1pPr>
            <a:lvl2pPr>
              <a:spcBef>
                <a:spcPts val="0"/>
              </a:spcBef>
              <a:spcAft>
                <a:spcPts val="1200"/>
              </a:spcAft>
              <a:defRPr sz="1400">
                <a:solidFill>
                  <a:srgbClr val="003349"/>
                </a:solidFill>
              </a:defRPr>
            </a:lvl2pPr>
            <a:lvl3pPr>
              <a:spcBef>
                <a:spcPts val="0"/>
              </a:spcBef>
              <a:spcAft>
                <a:spcPts val="1200"/>
              </a:spcAft>
              <a:defRPr sz="1400">
                <a:solidFill>
                  <a:srgbClr val="003349"/>
                </a:solidFill>
              </a:defRPr>
            </a:lvl3pPr>
            <a:lvl4pPr>
              <a:spcBef>
                <a:spcPts val="0"/>
              </a:spcBef>
              <a:spcAft>
                <a:spcPts val="1200"/>
              </a:spcAft>
              <a:defRPr sz="1400">
                <a:solidFill>
                  <a:srgbClr val="003349"/>
                </a:solidFill>
              </a:defRPr>
            </a:lvl4pPr>
            <a:lvl5pPr>
              <a:spcBef>
                <a:spcPts val="0"/>
              </a:spcBef>
              <a:spcAft>
                <a:spcPts val="1200"/>
              </a:spcAft>
              <a:defRPr sz="1400">
                <a:solidFill>
                  <a:srgbClr val="00334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3">
            <a:extLst>
              <a:ext uri="{FF2B5EF4-FFF2-40B4-BE49-F238E27FC236}">
                <a16:creationId xmlns:a16="http://schemas.microsoft.com/office/drawing/2014/main" id="{584A777C-7971-3DB4-E5F8-2CDE5E7F8A48}"/>
              </a:ext>
            </a:extLst>
          </p:cNvPr>
          <p:cNvSpPr>
            <a:spLocks noGrp="1"/>
          </p:cNvSpPr>
          <p:nvPr>
            <p:ph sz="half" idx="12" hasCustomPrompt="1"/>
          </p:nvPr>
        </p:nvSpPr>
        <p:spPr>
          <a:xfrm>
            <a:off x="1178186" y="4920792"/>
            <a:ext cx="2441575" cy="1391108"/>
          </a:xfrm>
        </p:spPr>
        <p:txBody>
          <a:bodyPr>
            <a:normAutofit/>
          </a:bodyPr>
          <a:lstStyle>
            <a:lvl1pPr marL="0" indent="0" algn="ctr">
              <a:spcBef>
                <a:spcPts val="0"/>
              </a:spcBef>
              <a:spcAft>
                <a:spcPts val="600"/>
              </a:spcAft>
              <a:buFontTx/>
              <a:buNone/>
              <a:defRPr sz="1100">
                <a:solidFill>
                  <a:srgbClr val="003349"/>
                </a:solidFill>
              </a:defRPr>
            </a:lvl1pPr>
            <a:lvl2pPr marL="457200" indent="0" algn="ctr">
              <a:spcBef>
                <a:spcPts val="0"/>
              </a:spcBef>
              <a:spcAft>
                <a:spcPts val="1200"/>
              </a:spcAft>
              <a:buFontTx/>
              <a:buNone/>
              <a:defRPr sz="1400">
                <a:solidFill>
                  <a:schemeClr val="tx1"/>
                </a:solidFill>
              </a:defRPr>
            </a:lvl2pPr>
            <a:lvl3pPr marL="914400" indent="0" algn="ctr">
              <a:spcBef>
                <a:spcPts val="0"/>
              </a:spcBef>
              <a:spcAft>
                <a:spcPts val="1200"/>
              </a:spcAft>
              <a:buFontTx/>
              <a:buNone/>
              <a:defRPr sz="1400">
                <a:solidFill>
                  <a:schemeClr val="tx1"/>
                </a:solidFill>
              </a:defRPr>
            </a:lvl3pPr>
            <a:lvl4pPr marL="1371600" indent="0" algn="ctr">
              <a:spcBef>
                <a:spcPts val="0"/>
              </a:spcBef>
              <a:spcAft>
                <a:spcPts val="1200"/>
              </a:spcAft>
              <a:buFontTx/>
              <a:buNone/>
              <a:defRPr sz="1400">
                <a:solidFill>
                  <a:schemeClr val="tx1"/>
                </a:solidFill>
              </a:defRPr>
            </a:lvl4pPr>
            <a:lvl5pPr marL="1828800" indent="0" algn="ctr">
              <a:spcBef>
                <a:spcPts val="0"/>
              </a:spcBef>
              <a:spcAft>
                <a:spcPts val="1200"/>
              </a:spcAft>
              <a:buFontTx/>
              <a:buNone/>
              <a:defRPr sz="1400">
                <a:solidFill>
                  <a:schemeClr val="tx1"/>
                </a:solidFill>
              </a:defRPr>
            </a:lvl5pPr>
          </a:lstStyle>
          <a:p>
            <a:pPr lvl="0"/>
            <a:r>
              <a:rPr lang="en-US" dirty="0"/>
              <a:t>TITLE STYLE</a:t>
            </a:r>
          </a:p>
        </p:txBody>
      </p:sp>
      <p:pic>
        <p:nvPicPr>
          <p:cNvPr id="12" name="Picture 11" descr="A black background with blue letters&#10;&#10;AI-generated content may be incorrect.">
            <a:extLst>
              <a:ext uri="{FF2B5EF4-FFF2-40B4-BE49-F238E27FC236}">
                <a16:creationId xmlns:a16="http://schemas.microsoft.com/office/drawing/2014/main" id="{1C8D52AD-3938-8238-0C93-DC77122F34C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17" name="TextBox 16">
            <a:extLst>
              <a:ext uri="{FF2B5EF4-FFF2-40B4-BE49-F238E27FC236}">
                <a16:creationId xmlns:a16="http://schemas.microsoft.com/office/drawing/2014/main" id="{F89E9FCC-CE02-163B-B096-EE961D61E1E2}"/>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59626"/>
                  </a:srgbClr>
                </a:solidFill>
              </a:rPr>
              <a:t>Confidential. Internal Use Only.</a:t>
            </a:r>
          </a:p>
        </p:txBody>
      </p:sp>
      <p:sp>
        <p:nvSpPr>
          <p:cNvPr id="4" name="Text Placeholder 6">
            <a:extLst>
              <a:ext uri="{FF2B5EF4-FFF2-40B4-BE49-F238E27FC236}">
                <a16:creationId xmlns:a16="http://schemas.microsoft.com/office/drawing/2014/main" id="{6A3855CC-BD3C-FA4C-37BC-A76908806902}"/>
              </a:ext>
            </a:extLst>
          </p:cNvPr>
          <p:cNvSpPr>
            <a:spLocks noGrp="1"/>
          </p:cNvSpPr>
          <p:nvPr>
            <p:ph type="body" sz="quarter" idx="13"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13" name="Text Placeholder 8">
            <a:extLst>
              <a:ext uri="{FF2B5EF4-FFF2-40B4-BE49-F238E27FC236}">
                <a16:creationId xmlns:a16="http://schemas.microsoft.com/office/drawing/2014/main" id="{90CAA17A-B737-F912-2027-3AB3B4C221D3}"/>
              </a:ext>
            </a:extLst>
          </p:cNvPr>
          <p:cNvSpPr>
            <a:spLocks noGrp="1"/>
          </p:cNvSpPr>
          <p:nvPr>
            <p:ph type="body" sz="quarter" idx="14"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14" name="Straight Connector 13">
            <a:extLst>
              <a:ext uri="{FF2B5EF4-FFF2-40B4-BE49-F238E27FC236}">
                <a16:creationId xmlns:a16="http://schemas.microsoft.com/office/drawing/2014/main" id="{A57F21C5-5178-DC42-A5F1-27B65CC04830}"/>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05522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Footer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CBE2-9EBC-574D-8468-46D682D7DB2D}"/>
              </a:ext>
            </a:extLst>
          </p:cNvPr>
          <p:cNvSpPr>
            <a:spLocks noGrp="1"/>
          </p:cNvSpPr>
          <p:nvPr>
            <p:ph type="title"/>
          </p:nvPr>
        </p:nvSpPr>
        <p:spPr>
          <a:xfrm>
            <a:off x="838200" y="704256"/>
            <a:ext cx="10515600" cy="528315"/>
          </a:xfrm>
        </p:spPr>
        <p:txBody>
          <a:bodyPr>
            <a:noAutofit/>
          </a:bodyPr>
          <a:lstStyle>
            <a:lvl1pPr>
              <a:defRPr sz="3500">
                <a:solidFill>
                  <a:srgbClr val="003349"/>
                </a:solidFill>
              </a:defRPr>
            </a:lvl1pPr>
          </a:lstStyle>
          <a:p>
            <a:r>
              <a:rPr lang="en-US"/>
              <a:t>Click to edit Master title style</a:t>
            </a:r>
            <a:endParaRPr lang="en-US" dirty="0"/>
          </a:p>
        </p:txBody>
      </p:sp>
      <p:pic>
        <p:nvPicPr>
          <p:cNvPr id="6" name="Picture 5" descr="A black background with blue letters&#10;&#10;AI-generated content may be incorrect.">
            <a:extLst>
              <a:ext uri="{FF2B5EF4-FFF2-40B4-BE49-F238E27FC236}">
                <a16:creationId xmlns:a16="http://schemas.microsoft.com/office/drawing/2014/main" id="{C93B00C6-9925-3BF6-AFD6-8ACD1E89E93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10" name="TextBox 9">
            <a:extLst>
              <a:ext uri="{FF2B5EF4-FFF2-40B4-BE49-F238E27FC236}">
                <a16:creationId xmlns:a16="http://schemas.microsoft.com/office/drawing/2014/main" id="{7F02603A-0B62-D414-214E-C2704ADA0E39}"/>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sp>
        <p:nvSpPr>
          <p:cNvPr id="3" name="Text Placeholder 6">
            <a:extLst>
              <a:ext uri="{FF2B5EF4-FFF2-40B4-BE49-F238E27FC236}">
                <a16:creationId xmlns:a16="http://schemas.microsoft.com/office/drawing/2014/main" id="{7700C502-EE4A-CDFA-F601-E3AB0FDE77C8}"/>
              </a:ext>
            </a:extLst>
          </p:cNvPr>
          <p:cNvSpPr>
            <a:spLocks noGrp="1"/>
          </p:cNvSpPr>
          <p:nvPr>
            <p:ph type="body" sz="quarter" idx="10"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7" name="Text Placeholder 8">
            <a:extLst>
              <a:ext uri="{FF2B5EF4-FFF2-40B4-BE49-F238E27FC236}">
                <a16:creationId xmlns:a16="http://schemas.microsoft.com/office/drawing/2014/main" id="{84E2506B-B597-091A-ED7C-D601EAA829DB}"/>
              </a:ext>
            </a:extLst>
          </p:cNvPr>
          <p:cNvSpPr>
            <a:spLocks noGrp="1"/>
          </p:cNvSpPr>
          <p:nvPr>
            <p:ph type="body" sz="quarter" idx="1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8" name="Straight Connector 7">
            <a:extLst>
              <a:ext uri="{FF2B5EF4-FFF2-40B4-BE49-F238E27FC236}">
                <a16:creationId xmlns:a16="http://schemas.microsoft.com/office/drawing/2014/main" id="{000E9EC1-7F25-E40A-351C-46D10F479E97}"/>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96631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CBE2-9EBC-574D-8468-46D682D7DB2D}"/>
              </a:ext>
            </a:extLst>
          </p:cNvPr>
          <p:cNvSpPr>
            <a:spLocks noGrp="1"/>
          </p:cNvSpPr>
          <p:nvPr>
            <p:ph type="title"/>
          </p:nvPr>
        </p:nvSpPr>
        <p:spPr>
          <a:xfrm>
            <a:off x="838200" y="704256"/>
            <a:ext cx="10515600" cy="528315"/>
          </a:xfrm>
        </p:spPr>
        <p:txBody>
          <a:bodyPr>
            <a:noAutofit/>
          </a:bodyPr>
          <a:lstStyle>
            <a:lvl1pPr>
              <a:defRPr sz="3500">
                <a:solidFill>
                  <a:srgbClr val="003349"/>
                </a:solidFill>
              </a:defRPr>
            </a:lvl1pPr>
          </a:lstStyle>
          <a:p>
            <a:r>
              <a:rPr lang="en-US"/>
              <a:t>Click to edit Master title style</a:t>
            </a:r>
            <a:endParaRPr lang="en-US" dirty="0"/>
          </a:p>
        </p:txBody>
      </p:sp>
      <p:sp>
        <p:nvSpPr>
          <p:cNvPr id="4" name="Text Placeholder 10">
            <a:extLst>
              <a:ext uri="{FF2B5EF4-FFF2-40B4-BE49-F238E27FC236}">
                <a16:creationId xmlns:a16="http://schemas.microsoft.com/office/drawing/2014/main" id="{2E3FDC05-A155-1AAE-F734-2F960D6DC5FD}"/>
              </a:ext>
            </a:extLst>
          </p:cNvPr>
          <p:cNvSpPr>
            <a:spLocks noGrp="1"/>
          </p:cNvSpPr>
          <p:nvPr>
            <p:ph type="body" sz="quarter" idx="17"/>
          </p:nvPr>
        </p:nvSpPr>
        <p:spPr>
          <a:xfrm>
            <a:off x="838199" y="2346960"/>
            <a:ext cx="4937760" cy="3474720"/>
          </a:xfrm>
        </p:spPr>
        <p:txBody>
          <a:bodyPr lIns="91440" tIns="0" rIns="91440" bIns="0" anchor="t">
            <a:noAutofit/>
          </a:bodyPr>
          <a:lstStyle>
            <a:lvl1pPr marL="0" indent="0">
              <a:lnSpc>
                <a:spcPct val="86000"/>
              </a:lnSpc>
              <a:spcBef>
                <a:spcPts val="1800"/>
              </a:spcBef>
              <a:buNone/>
              <a:defRPr sz="1400" b="0" i="0" cap="none" spc="0" baseline="0">
                <a:solidFill>
                  <a:srgbClr val="003349"/>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6" name="Text Placeholder 10">
            <a:extLst>
              <a:ext uri="{FF2B5EF4-FFF2-40B4-BE49-F238E27FC236}">
                <a16:creationId xmlns:a16="http://schemas.microsoft.com/office/drawing/2014/main" id="{DABBAA29-67C2-E383-86FC-636B6BF0318C}"/>
              </a:ext>
            </a:extLst>
          </p:cNvPr>
          <p:cNvSpPr>
            <a:spLocks noGrp="1"/>
          </p:cNvSpPr>
          <p:nvPr>
            <p:ph type="body" sz="quarter" idx="18"/>
          </p:nvPr>
        </p:nvSpPr>
        <p:spPr>
          <a:xfrm>
            <a:off x="6416040" y="2346960"/>
            <a:ext cx="4937760" cy="3474720"/>
          </a:xfrm>
        </p:spPr>
        <p:txBody>
          <a:bodyPr lIns="91440" tIns="0" rIns="91440" bIns="0" anchor="t">
            <a:noAutofit/>
          </a:bodyPr>
          <a:lstStyle>
            <a:lvl1pPr marL="0" indent="0">
              <a:lnSpc>
                <a:spcPct val="86000"/>
              </a:lnSpc>
              <a:spcBef>
                <a:spcPts val="1800"/>
              </a:spcBef>
              <a:buNone/>
              <a:defRPr sz="1400" b="0" i="0" cap="none" spc="0" baseline="0">
                <a:solidFill>
                  <a:srgbClr val="003349"/>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9" name="Straight Connector 8">
            <a:extLst>
              <a:ext uri="{FF2B5EF4-FFF2-40B4-BE49-F238E27FC236}">
                <a16:creationId xmlns:a16="http://schemas.microsoft.com/office/drawing/2014/main" id="{F45B974C-C7B9-6984-4B50-3F0C09C31AF8}"/>
              </a:ext>
            </a:extLst>
          </p:cNvPr>
          <p:cNvCxnSpPr/>
          <p:nvPr userDrawn="1"/>
        </p:nvCxnSpPr>
        <p:spPr>
          <a:xfrm>
            <a:off x="6096000" y="1706881"/>
            <a:ext cx="0" cy="4114800"/>
          </a:xfrm>
          <a:prstGeom prst="line">
            <a:avLst/>
          </a:prstGeom>
          <a:ln w="12700">
            <a:solidFill>
              <a:srgbClr val="E6E2D5"/>
            </a:soli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5E9937FC-FB89-D896-B96B-BB184A82E5A4}"/>
              </a:ext>
            </a:extLst>
          </p:cNvPr>
          <p:cNvSpPr>
            <a:spLocks noGrp="1"/>
          </p:cNvSpPr>
          <p:nvPr>
            <p:ph type="body" sz="quarter" idx="19" hasCustomPrompt="1"/>
          </p:nvPr>
        </p:nvSpPr>
        <p:spPr>
          <a:xfrm>
            <a:off x="838200" y="1614810"/>
            <a:ext cx="4937125" cy="528315"/>
          </a:xfrm>
        </p:spPr>
        <p:txBody>
          <a:bodyPr lIns="91440" tIns="0" rIns="91440" bIns="0" anchor="b" anchorCtr="0">
            <a:noAutofit/>
          </a:bodyPr>
          <a:lstStyle>
            <a:lvl1pPr marL="0" indent="0">
              <a:buFontTx/>
              <a:buNone/>
              <a:defRPr sz="1500" b="1">
                <a:solidFill>
                  <a:srgbClr val="003349"/>
                </a:solidFill>
              </a:defRPr>
            </a:lvl1pPr>
            <a:lvl2pPr marL="457200" indent="0">
              <a:buFontTx/>
              <a:buNone/>
              <a:defRPr sz="1600"/>
            </a:lvl2pPr>
            <a:lvl3pPr marL="914400" indent="0">
              <a:buFontTx/>
              <a:buNone/>
              <a:defRPr sz="1600"/>
            </a:lvl3pPr>
            <a:lvl4pPr marL="1371600" indent="0">
              <a:buFontTx/>
              <a:buNone/>
              <a:defRPr sz="1600"/>
            </a:lvl4pPr>
            <a:lvl5pPr marL="1828800" indent="0">
              <a:buFontTx/>
              <a:buNone/>
              <a:defRPr sz="1600"/>
            </a:lvl5pPr>
          </a:lstStyle>
          <a:p>
            <a:pPr lvl="0"/>
            <a:r>
              <a:rPr lang="en-US" dirty="0"/>
              <a:t>CLICK TO EDIT MASTER SUBHEAD</a:t>
            </a:r>
          </a:p>
        </p:txBody>
      </p:sp>
      <p:sp>
        <p:nvSpPr>
          <p:cNvPr id="12" name="Text Placeholder 10">
            <a:extLst>
              <a:ext uri="{FF2B5EF4-FFF2-40B4-BE49-F238E27FC236}">
                <a16:creationId xmlns:a16="http://schemas.microsoft.com/office/drawing/2014/main" id="{AA2B4A48-24F7-4CB8-BD31-7FC3E52242C9}"/>
              </a:ext>
            </a:extLst>
          </p:cNvPr>
          <p:cNvSpPr>
            <a:spLocks noGrp="1"/>
          </p:cNvSpPr>
          <p:nvPr>
            <p:ph type="body" sz="quarter" idx="20" hasCustomPrompt="1"/>
          </p:nvPr>
        </p:nvSpPr>
        <p:spPr>
          <a:xfrm>
            <a:off x="6416675" y="1614809"/>
            <a:ext cx="4937125" cy="528315"/>
          </a:xfrm>
        </p:spPr>
        <p:txBody>
          <a:bodyPr lIns="91440" tIns="0" rIns="91440" bIns="0" anchor="b" anchorCtr="0">
            <a:noAutofit/>
          </a:bodyPr>
          <a:lstStyle>
            <a:lvl1pPr marL="0" indent="0">
              <a:buFontTx/>
              <a:buNone/>
              <a:defRPr sz="1500" b="1">
                <a:solidFill>
                  <a:srgbClr val="003349"/>
                </a:solidFill>
              </a:defRPr>
            </a:lvl1pPr>
            <a:lvl2pPr marL="457200" indent="0">
              <a:buFontTx/>
              <a:buNone/>
              <a:defRPr sz="1600"/>
            </a:lvl2pPr>
            <a:lvl3pPr marL="914400" indent="0">
              <a:buFontTx/>
              <a:buNone/>
              <a:defRPr sz="1600"/>
            </a:lvl3pPr>
            <a:lvl4pPr marL="1371600" indent="0">
              <a:buFontTx/>
              <a:buNone/>
              <a:defRPr sz="1600"/>
            </a:lvl4pPr>
            <a:lvl5pPr marL="1828800" indent="0">
              <a:buFontTx/>
              <a:buNone/>
              <a:defRPr sz="1600"/>
            </a:lvl5pPr>
          </a:lstStyle>
          <a:p>
            <a:pPr lvl="0"/>
            <a:r>
              <a:rPr lang="en-US" dirty="0"/>
              <a:t>CLICK TO EDIT MASTER SUBHEAD</a:t>
            </a:r>
          </a:p>
        </p:txBody>
      </p:sp>
      <p:pic>
        <p:nvPicPr>
          <p:cNvPr id="16" name="Picture 15" descr="A black background with blue letters&#10;&#10;AI-generated content may be incorrect.">
            <a:extLst>
              <a:ext uri="{FF2B5EF4-FFF2-40B4-BE49-F238E27FC236}">
                <a16:creationId xmlns:a16="http://schemas.microsoft.com/office/drawing/2014/main" id="{52089B93-EC82-D7F0-6FD0-A7A9EC09AC9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14" name="TextBox 13">
            <a:extLst>
              <a:ext uri="{FF2B5EF4-FFF2-40B4-BE49-F238E27FC236}">
                <a16:creationId xmlns:a16="http://schemas.microsoft.com/office/drawing/2014/main" id="{580DEAAA-CF92-CB53-957C-E0AF88E40434}"/>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sp>
        <p:nvSpPr>
          <p:cNvPr id="3" name="Text Placeholder 6">
            <a:extLst>
              <a:ext uri="{FF2B5EF4-FFF2-40B4-BE49-F238E27FC236}">
                <a16:creationId xmlns:a16="http://schemas.microsoft.com/office/drawing/2014/main" id="{697820CF-49A4-A81B-C5A1-D3D6E6004727}"/>
              </a:ext>
            </a:extLst>
          </p:cNvPr>
          <p:cNvSpPr>
            <a:spLocks noGrp="1"/>
          </p:cNvSpPr>
          <p:nvPr>
            <p:ph type="body" sz="quarter" idx="10"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5" name="Text Placeholder 8">
            <a:extLst>
              <a:ext uri="{FF2B5EF4-FFF2-40B4-BE49-F238E27FC236}">
                <a16:creationId xmlns:a16="http://schemas.microsoft.com/office/drawing/2014/main" id="{30D254BF-9FA0-71FC-6275-DEAEAAE1A5EB}"/>
              </a:ext>
            </a:extLst>
          </p:cNvPr>
          <p:cNvSpPr>
            <a:spLocks noGrp="1"/>
          </p:cNvSpPr>
          <p:nvPr>
            <p:ph type="body" sz="quarter" idx="1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7" name="Straight Connector 6">
            <a:extLst>
              <a:ext uri="{FF2B5EF4-FFF2-40B4-BE49-F238E27FC236}">
                <a16:creationId xmlns:a16="http://schemas.microsoft.com/office/drawing/2014/main" id="{F9405C8E-C452-2264-1C60-9B90FA8A6588}"/>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98049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CBE2-9EBC-574D-8468-46D682D7DB2D}"/>
              </a:ext>
            </a:extLst>
          </p:cNvPr>
          <p:cNvSpPr>
            <a:spLocks noGrp="1"/>
          </p:cNvSpPr>
          <p:nvPr>
            <p:ph type="title"/>
          </p:nvPr>
        </p:nvSpPr>
        <p:spPr>
          <a:xfrm>
            <a:off x="838200" y="704256"/>
            <a:ext cx="10515600" cy="528315"/>
          </a:xfrm>
        </p:spPr>
        <p:txBody>
          <a:bodyPr>
            <a:noAutofit/>
          </a:bodyPr>
          <a:lstStyle>
            <a:lvl1pPr>
              <a:defRPr sz="3500">
                <a:solidFill>
                  <a:srgbClr val="003349"/>
                </a:solidFill>
              </a:defRPr>
            </a:lvl1pPr>
          </a:lstStyle>
          <a:p>
            <a:r>
              <a:rPr lang="en-US"/>
              <a:t>Click to edit Master title style</a:t>
            </a:r>
            <a:endParaRPr lang="en-US" dirty="0"/>
          </a:p>
        </p:txBody>
      </p:sp>
      <p:sp>
        <p:nvSpPr>
          <p:cNvPr id="4" name="Text Placeholder 10">
            <a:extLst>
              <a:ext uri="{FF2B5EF4-FFF2-40B4-BE49-F238E27FC236}">
                <a16:creationId xmlns:a16="http://schemas.microsoft.com/office/drawing/2014/main" id="{2E3FDC05-A155-1AAE-F734-2F960D6DC5FD}"/>
              </a:ext>
            </a:extLst>
          </p:cNvPr>
          <p:cNvSpPr>
            <a:spLocks noGrp="1"/>
          </p:cNvSpPr>
          <p:nvPr>
            <p:ph type="body" sz="quarter" idx="17"/>
          </p:nvPr>
        </p:nvSpPr>
        <p:spPr>
          <a:xfrm>
            <a:off x="838199" y="2326641"/>
            <a:ext cx="3108960" cy="3474720"/>
          </a:xfrm>
        </p:spPr>
        <p:txBody>
          <a:bodyPr lIns="91440" tIns="0" rIns="0" bIns="0" anchor="t">
            <a:noAutofit/>
          </a:bodyPr>
          <a:lstStyle>
            <a:lvl1pPr marL="0" indent="0">
              <a:lnSpc>
                <a:spcPct val="86000"/>
              </a:lnSpc>
              <a:spcBef>
                <a:spcPts val="1800"/>
              </a:spcBef>
              <a:buNone/>
              <a:defRPr sz="1400" b="0" i="0" cap="none" spc="0" baseline="0">
                <a:solidFill>
                  <a:srgbClr val="003349"/>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6" name="Text Placeholder 10">
            <a:extLst>
              <a:ext uri="{FF2B5EF4-FFF2-40B4-BE49-F238E27FC236}">
                <a16:creationId xmlns:a16="http://schemas.microsoft.com/office/drawing/2014/main" id="{DABBAA29-67C2-E383-86FC-636B6BF0318C}"/>
              </a:ext>
            </a:extLst>
          </p:cNvPr>
          <p:cNvSpPr>
            <a:spLocks noGrp="1"/>
          </p:cNvSpPr>
          <p:nvPr>
            <p:ph type="body" sz="quarter" idx="18"/>
          </p:nvPr>
        </p:nvSpPr>
        <p:spPr>
          <a:xfrm>
            <a:off x="4541520" y="2326640"/>
            <a:ext cx="3108960" cy="3474720"/>
          </a:xfrm>
        </p:spPr>
        <p:txBody>
          <a:bodyPr lIns="91440" tIns="0" rIns="0" bIns="0" anchor="t">
            <a:noAutofit/>
          </a:bodyPr>
          <a:lstStyle>
            <a:lvl1pPr marL="0" indent="0">
              <a:lnSpc>
                <a:spcPct val="86000"/>
              </a:lnSpc>
              <a:spcBef>
                <a:spcPts val="1800"/>
              </a:spcBef>
              <a:buNone/>
              <a:defRPr sz="1400" b="0" i="0" cap="none" spc="0" baseline="0">
                <a:solidFill>
                  <a:srgbClr val="003349"/>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3" name="Text Placeholder 10">
            <a:extLst>
              <a:ext uri="{FF2B5EF4-FFF2-40B4-BE49-F238E27FC236}">
                <a16:creationId xmlns:a16="http://schemas.microsoft.com/office/drawing/2014/main" id="{07C25404-E46D-D2BD-44B9-0A24FDF29511}"/>
              </a:ext>
            </a:extLst>
          </p:cNvPr>
          <p:cNvSpPr>
            <a:spLocks noGrp="1"/>
          </p:cNvSpPr>
          <p:nvPr>
            <p:ph type="body" sz="quarter" idx="19"/>
          </p:nvPr>
        </p:nvSpPr>
        <p:spPr>
          <a:xfrm>
            <a:off x="8244840" y="2326640"/>
            <a:ext cx="3108960" cy="3474720"/>
          </a:xfrm>
        </p:spPr>
        <p:txBody>
          <a:bodyPr lIns="91440" tIns="0" rIns="0" bIns="0" anchor="t">
            <a:noAutofit/>
          </a:bodyPr>
          <a:lstStyle>
            <a:lvl1pPr marL="0" indent="0">
              <a:lnSpc>
                <a:spcPct val="86000"/>
              </a:lnSpc>
              <a:spcBef>
                <a:spcPts val="1800"/>
              </a:spcBef>
              <a:buNone/>
              <a:defRPr sz="1400" b="0" i="0" cap="none" spc="0" baseline="0">
                <a:solidFill>
                  <a:srgbClr val="003349"/>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1912D50D-10F1-AF2D-315C-BE07E5BEFFE6}"/>
              </a:ext>
            </a:extLst>
          </p:cNvPr>
          <p:cNvCxnSpPr/>
          <p:nvPr userDrawn="1"/>
        </p:nvCxnSpPr>
        <p:spPr>
          <a:xfrm>
            <a:off x="4226560" y="1706881"/>
            <a:ext cx="0" cy="4114800"/>
          </a:xfrm>
          <a:prstGeom prst="line">
            <a:avLst/>
          </a:prstGeom>
          <a:ln w="12700">
            <a:solidFill>
              <a:srgbClr val="E6E2D5"/>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83640B4-6831-882F-35C6-E032AB2122C2}"/>
              </a:ext>
            </a:extLst>
          </p:cNvPr>
          <p:cNvCxnSpPr/>
          <p:nvPr userDrawn="1"/>
        </p:nvCxnSpPr>
        <p:spPr>
          <a:xfrm>
            <a:off x="7934960" y="1706881"/>
            <a:ext cx="0" cy="4114800"/>
          </a:xfrm>
          <a:prstGeom prst="line">
            <a:avLst/>
          </a:prstGeom>
          <a:ln w="12700">
            <a:solidFill>
              <a:srgbClr val="E6E2D5"/>
            </a:solidFill>
          </a:ln>
        </p:spPr>
        <p:style>
          <a:lnRef idx="1">
            <a:schemeClr val="accent1"/>
          </a:lnRef>
          <a:fillRef idx="0">
            <a:schemeClr val="accent1"/>
          </a:fillRef>
          <a:effectRef idx="0">
            <a:schemeClr val="accent1"/>
          </a:effectRef>
          <a:fontRef idx="minor">
            <a:schemeClr val="tx1"/>
          </a:fontRef>
        </p:style>
      </p:cxnSp>
      <p:sp>
        <p:nvSpPr>
          <p:cNvPr id="8" name="Text Placeholder 10">
            <a:extLst>
              <a:ext uri="{FF2B5EF4-FFF2-40B4-BE49-F238E27FC236}">
                <a16:creationId xmlns:a16="http://schemas.microsoft.com/office/drawing/2014/main" id="{524C636B-4204-851F-D4BA-1C96F7ECB9B8}"/>
              </a:ext>
            </a:extLst>
          </p:cNvPr>
          <p:cNvSpPr>
            <a:spLocks noGrp="1"/>
          </p:cNvSpPr>
          <p:nvPr>
            <p:ph type="body" sz="quarter" idx="20" hasCustomPrompt="1"/>
          </p:nvPr>
        </p:nvSpPr>
        <p:spPr>
          <a:xfrm>
            <a:off x="838201" y="1614810"/>
            <a:ext cx="3108958" cy="528315"/>
          </a:xfrm>
        </p:spPr>
        <p:txBody>
          <a:bodyPr anchor="b" anchorCtr="0">
            <a:noAutofit/>
          </a:bodyPr>
          <a:lstStyle>
            <a:lvl1pPr marL="0" indent="0">
              <a:buFontTx/>
              <a:buNone/>
              <a:defRPr sz="1500" b="1">
                <a:solidFill>
                  <a:srgbClr val="003349"/>
                </a:solidFill>
              </a:defRPr>
            </a:lvl1pPr>
            <a:lvl2pPr marL="457200" indent="0">
              <a:buFontTx/>
              <a:buNone/>
              <a:defRPr sz="1600"/>
            </a:lvl2pPr>
            <a:lvl3pPr marL="914400" indent="0">
              <a:buFontTx/>
              <a:buNone/>
              <a:defRPr sz="1600"/>
            </a:lvl3pPr>
            <a:lvl4pPr marL="1371600" indent="0">
              <a:buFontTx/>
              <a:buNone/>
              <a:defRPr sz="1600"/>
            </a:lvl4pPr>
            <a:lvl5pPr marL="1828800" indent="0">
              <a:buFontTx/>
              <a:buNone/>
              <a:defRPr sz="1600"/>
            </a:lvl5pPr>
          </a:lstStyle>
          <a:p>
            <a:pPr lvl="0"/>
            <a:r>
              <a:rPr lang="en-US" dirty="0"/>
              <a:t>CLICK TO EDIT MASTER SUBHEAD</a:t>
            </a:r>
          </a:p>
        </p:txBody>
      </p:sp>
      <p:sp>
        <p:nvSpPr>
          <p:cNvPr id="9" name="Text Placeholder 10">
            <a:extLst>
              <a:ext uri="{FF2B5EF4-FFF2-40B4-BE49-F238E27FC236}">
                <a16:creationId xmlns:a16="http://schemas.microsoft.com/office/drawing/2014/main" id="{61DA1742-BB49-D62A-31ED-E2B781B3EC6A}"/>
              </a:ext>
            </a:extLst>
          </p:cNvPr>
          <p:cNvSpPr>
            <a:spLocks noGrp="1"/>
          </p:cNvSpPr>
          <p:nvPr>
            <p:ph type="body" sz="quarter" idx="21" hasCustomPrompt="1"/>
          </p:nvPr>
        </p:nvSpPr>
        <p:spPr>
          <a:xfrm>
            <a:off x="4541521" y="1614809"/>
            <a:ext cx="3108958" cy="528315"/>
          </a:xfrm>
        </p:spPr>
        <p:txBody>
          <a:bodyPr anchor="b" anchorCtr="0">
            <a:noAutofit/>
          </a:bodyPr>
          <a:lstStyle>
            <a:lvl1pPr marL="0" indent="0">
              <a:buFontTx/>
              <a:buNone/>
              <a:defRPr sz="1500" b="1">
                <a:solidFill>
                  <a:srgbClr val="003349"/>
                </a:solidFill>
              </a:defRPr>
            </a:lvl1pPr>
            <a:lvl2pPr marL="457200" indent="0">
              <a:buFontTx/>
              <a:buNone/>
              <a:defRPr sz="1600"/>
            </a:lvl2pPr>
            <a:lvl3pPr marL="914400" indent="0">
              <a:buFontTx/>
              <a:buNone/>
              <a:defRPr sz="1600"/>
            </a:lvl3pPr>
            <a:lvl4pPr marL="1371600" indent="0">
              <a:buFontTx/>
              <a:buNone/>
              <a:defRPr sz="1600"/>
            </a:lvl4pPr>
            <a:lvl5pPr marL="1828800" indent="0">
              <a:buFontTx/>
              <a:buNone/>
              <a:defRPr sz="1600"/>
            </a:lvl5pPr>
          </a:lstStyle>
          <a:p>
            <a:pPr lvl="0"/>
            <a:r>
              <a:rPr lang="en-US" dirty="0"/>
              <a:t>CLICK TO EDIT MASTER SUBHEAD</a:t>
            </a:r>
          </a:p>
        </p:txBody>
      </p:sp>
      <p:sp>
        <p:nvSpPr>
          <p:cNvPr id="10" name="Text Placeholder 10">
            <a:extLst>
              <a:ext uri="{FF2B5EF4-FFF2-40B4-BE49-F238E27FC236}">
                <a16:creationId xmlns:a16="http://schemas.microsoft.com/office/drawing/2014/main" id="{B5152B55-CD41-76C6-93E1-05DF2D89E47D}"/>
              </a:ext>
            </a:extLst>
          </p:cNvPr>
          <p:cNvSpPr>
            <a:spLocks noGrp="1"/>
          </p:cNvSpPr>
          <p:nvPr>
            <p:ph type="body" sz="quarter" idx="22" hasCustomPrompt="1"/>
          </p:nvPr>
        </p:nvSpPr>
        <p:spPr>
          <a:xfrm>
            <a:off x="8219441" y="1645922"/>
            <a:ext cx="3108958" cy="528315"/>
          </a:xfrm>
        </p:spPr>
        <p:txBody>
          <a:bodyPr anchor="b" anchorCtr="0">
            <a:noAutofit/>
          </a:bodyPr>
          <a:lstStyle>
            <a:lvl1pPr marL="0" indent="0">
              <a:buFontTx/>
              <a:buNone/>
              <a:defRPr sz="1500" b="1">
                <a:solidFill>
                  <a:srgbClr val="003349"/>
                </a:solidFill>
              </a:defRPr>
            </a:lvl1pPr>
            <a:lvl2pPr marL="457200" indent="0">
              <a:buFontTx/>
              <a:buNone/>
              <a:defRPr sz="1600"/>
            </a:lvl2pPr>
            <a:lvl3pPr marL="914400" indent="0">
              <a:buFontTx/>
              <a:buNone/>
              <a:defRPr sz="1600"/>
            </a:lvl3pPr>
            <a:lvl4pPr marL="1371600" indent="0">
              <a:buFontTx/>
              <a:buNone/>
              <a:defRPr sz="1600"/>
            </a:lvl4pPr>
            <a:lvl5pPr marL="1828800" indent="0">
              <a:buFontTx/>
              <a:buNone/>
              <a:defRPr sz="1600"/>
            </a:lvl5pPr>
          </a:lstStyle>
          <a:p>
            <a:pPr lvl="0"/>
            <a:r>
              <a:rPr lang="en-US" dirty="0"/>
              <a:t>CLICK TO EDIT MASTER SUBHEAD</a:t>
            </a:r>
          </a:p>
        </p:txBody>
      </p:sp>
      <p:pic>
        <p:nvPicPr>
          <p:cNvPr id="14" name="Picture 13" descr="A black background with blue letters&#10;&#10;AI-generated content may be incorrect.">
            <a:extLst>
              <a:ext uri="{FF2B5EF4-FFF2-40B4-BE49-F238E27FC236}">
                <a16:creationId xmlns:a16="http://schemas.microsoft.com/office/drawing/2014/main" id="{61225E37-1FA8-4C6B-CB41-9C8331CA8B3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18" name="TextBox 17">
            <a:extLst>
              <a:ext uri="{FF2B5EF4-FFF2-40B4-BE49-F238E27FC236}">
                <a16:creationId xmlns:a16="http://schemas.microsoft.com/office/drawing/2014/main" id="{9B5FBCF6-3CC9-B086-A84A-55A32581C356}"/>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sp>
        <p:nvSpPr>
          <p:cNvPr id="11" name="Text Placeholder 6">
            <a:extLst>
              <a:ext uri="{FF2B5EF4-FFF2-40B4-BE49-F238E27FC236}">
                <a16:creationId xmlns:a16="http://schemas.microsoft.com/office/drawing/2014/main" id="{7FF642DD-9E0D-FB3B-B9EC-72FDC048293B}"/>
              </a:ext>
            </a:extLst>
          </p:cNvPr>
          <p:cNvSpPr>
            <a:spLocks noGrp="1"/>
          </p:cNvSpPr>
          <p:nvPr>
            <p:ph type="body" sz="quarter" idx="10"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15" name="Text Placeholder 8">
            <a:extLst>
              <a:ext uri="{FF2B5EF4-FFF2-40B4-BE49-F238E27FC236}">
                <a16:creationId xmlns:a16="http://schemas.microsoft.com/office/drawing/2014/main" id="{CE21D21C-7DB0-44E9-7477-D1DE30223FA0}"/>
              </a:ext>
            </a:extLst>
          </p:cNvPr>
          <p:cNvSpPr>
            <a:spLocks noGrp="1"/>
          </p:cNvSpPr>
          <p:nvPr>
            <p:ph type="body" sz="quarter" idx="1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16" name="Straight Connector 15">
            <a:extLst>
              <a:ext uri="{FF2B5EF4-FFF2-40B4-BE49-F238E27FC236}">
                <a16:creationId xmlns:a16="http://schemas.microsoft.com/office/drawing/2014/main" id="{A3B7CFAA-03CC-23AC-EC52-C38CB7A142B9}"/>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25603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CBE2-9EBC-574D-8468-46D682D7DB2D}"/>
              </a:ext>
            </a:extLst>
          </p:cNvPr>
          <p:cNvSpPr>
            <a:spLocks noGrp="1"/>
          </p:cNvSpPr>
          <p:nvPr>
            <p:ph type="title"/>
          </p:nvPr>
        </p:nvSpPr>
        <p:spPr>
          <a:xfrm>
            <a:off x="838200" y="704256"/>
            <a:ext cx="10515600" cy="528315"/>
          </a:xfrm>
        </p:spPr>
        <p:txBody>
          <a:bodyPr>
            <a:noAutofit/>
          </a:bodyPr>
          <a:lstStyle>
            <a:lvl1pPr>
              <a:defRPr sz="3500">
                <a:solidFill>
                  <a:srgbClr val="003349"/>
                </a:solidFill>
              </a:defRPr>
            </a:lvl1pPr>
          </a:lstStyle>
          <a:p>
            <a:r>
              <a:rPr lang="en-US"/>
              <a:t>Click to edit Master title style</a:t>
            </a:r>
            <a:endParaRPr lang="en-US" dirty="0"/>
          </a:p>
        </p:txBody>
      </p:sp>
      <p:sp>
        <p:nvSpPr>
          <p:cNvPr id="4" name="Text Placeholder 10">
            <a:extLst>
              <a:ext uri="{FF2B5EF4-FFF2-40B4-BE49-F238E27FC236}">
                <a16:creationId xmlns:a16="http://schemas.microsoft.com/office/drawing/2014/main" id="{2E3FDC05-A155-1AAE-F734-2F960D6DC5FD}"/>
              </a:ext>
            </a:extLst>
          </p:cNvPr>
          <p:cNvSpPr>
            <a:spLocks noGrp="1"/>
          </p:cNvSpPr>
          <p:nvPr>
            <p:ph type="body" sz="quarter" idx="17"/>
          </p:nvPr>
        </p:nvSpPr>
        <p:spPr>
          <a:xfrm>
            <a:off x="838199" y="2346960"/>
            <a:ext cx="2194560" cy="3474720"/>
          </a:xfrm>
        </p:spPr>
        <p:txBody>
          <a:bodyPr lIns="91440" tIns="0" rIns="0" bIns="0" anchor="t">
            <a:noAutofit/>
          </a:bodyPr>
          <a:lstStyle>
            <a:lvl1pPr marL="0" indent="0">
              <a:lnSpc>
                <a:spcPct val="86000"/>
              </a:lnSpc>
              <a:spcBef>
                <a:spcPts val="1800"/>
              </a:spcBef>
              <a:buNone/>
              <a:defRPr sz="1400" b="0" i="0" cap="none" spc="0" baseline="0">
                <a:solidFill>
                  <a:srgbClr val="003349"/>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6" name="Text Placeholder 10">
            <a:extLst>
              <a:ext uri="{FF2B5EF4-FFF2-40B4-BE49-F238E27FC236}">
                <a16:creationId xmlns:a16="http://schemas.microsoft.com/office/drawing/2014/main" id="{DABBAA29-67C2-E383-86FC-636B6BF0318C}"/>
              </a:ext>
            </a:extLst>
          </p:cNvPr>
          <p:cNvSpPr>
            <a:spLocks noGrp="1"/>
          </p:cNvSpPr>
          <p:nvPr>
            <p:ph type="body" sz="quarter" idx="18"/>
          </p:nvPr>
        </p:nvSpPr>
        <p:spPr>
          <a:xfrm>
            <a:off x="3601719" y="2346960"/>
            <a:ext cx="2194560" cy="3474720"/>
          </a:xfrm>
        </p:spPr>
        <p:txBody>
          <a:bodyPr lIns="91440" tIns="0" rIns="0" bIns="0" anchor="t">
            <a:noAutofit/>
          </a:bodyPr>
          <a:lstStyle>
            <a:lvl1pPr marL="0" indent="0">
              <a:lnSpc>
                <a:spcPct val="86000"/>
              </a:lnSpc>
              <a:spcBef>
                <a:spcPts val="1800"/>
              </a:spcBef>
              <a:buNone/>
              <a:defRPr sz="1400" b="0" i="0" cap="none" spc="0" baseline="0">
                <a:solidFill>
                  <a:srgbClr val="003349"/>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3" name="Text Placeholder 10">
            <a:extLst>
              <a:ext uri="{FF2B5EF4-FFF2-40B4-BE49-F238E27FC236}">
                <a16:creationId xmlns:a16="http://schemas.microsoft.com/office/drawing/2014/main" id="{07C25404-E46D-D2BD-44B9-0A24FDF29511}"/>
              </a:ext>
            </a:extLst>
          </p:cNvPr>
          <p:cNvSpPr>
            <a:spLocks noGrp="1"/>
          </p:cNvSpPr>
          <p:nvPr>
            <p:ph type="body" sz="quarter" idx="19"/>
          </p:nvPr>
        </p:nvSpPr>
        <p:spPr>
          <a:xfrm>
            <a:off x="6365239" y="2346960"/>
            <a:ext cx="2194560" cy="3474720"/>
          </a:xfrm>
        </p:spPr>
        <p:txBody>
          <a:bodyPr lIns="91440" tIns="0" rIns="0" bIns="0" anchor="t">
            <a:noAutofit/>
          </a:bodyPr>
          <a:lstStyle>
            <a:lvl1pPr marL="0" indent="0">
              <a:lnSpc>
                <a:spcPct val="86000"/>
              </a:lnSpc>
              <a:spcBef>
                <a:spcPts val="1800"/>
              </a:spcBef>
              <a:buNone/>
              <a:defRPr sz="1400" b="0" i="0" cap="none" spc="0" baseline="0">
                <a:solidFill>
                  <a:srgbClr val="003349"/>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1912D50D-10F1-AF2D-315C-BE07E5BEFFE6}"/>
              </a:ext>
            </a:extLst>
          </p:cNvPr>
          <p:cNvCxnSpPr/>
          <p:nvPr userDrawn="1"/>
        </p:nvCxnSpPr>
        <p:spPr>
          <a:xfrm>
            <a:off x="3302000" y="1706881"/>
            <a:ext cx="0" cy="4114800"/>
          </a:xfrm>
          <a:prstGeom prst="line">
            <a:avLst/>
          </a:prstGeom>
          <a:ln w="12700">
            <a:solidFill>
              <a:srgbClr val="E6E2D5"/>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83640B4-6831-882F-35C6-E032AB2122C2}"/>
              </a:ext>
            </a:extLst>
          </p:cNvPr>
          <p:cNvCxnSpPr/>
          <p:nvPr userDrawn="1"/>
        </p:nvCxnSpPr>
        <p:spPr>
          <a:xfrm>
            <a:off x="6065520" y="1706881"/>
            <a:ext cx="0" cy="4114800"/>
          </a:xfrm>
          <a:prstGeom prst="line">
            <a:avLst/>
          </a:prstGeom>
          <a:ln w="12700">
            <a:solidFill>
              <a:srgbClr val="E6E2D5"/>
            </a:solidFill>
          </a:ln>
        </p:spPr>
        <p:style>
          <a:lnRef idx="1">
            <a:schemeClr val="accent1"/>
          </a:lnRef>
          <a:fillRef idx="0">
            <a:schemeClr val="accent1"/>
          </a:fillRef>
          <a:effectRef idx="0">
            <a:schemeClr val="accent1"/>
          </a:effectRef>
          <a:fontRef idx="minor">
            <a:schemeClr val="tx1"/>
          </a:fontRef>
        </p:style>
      </p:cxnSp>
      <p:sp>
        <p:nvSpPr>
          <p:cNvPr id="8" name="Text Placeholder 10">
            <a:extLst>
              <a:ext uri="{FF2B5EF4-FFF2-40B4-BE49-F238E27FC236}">
                <a16:creationId xmlns:a16="http://schemas.microsoft.com/office/drawing/2014/main" id="{671759D0-0A40-97C5-D913-CE88DD7FAEFB}"/>
              </a:ext>
            </a:extLst>
          </p:cNvPr>
          <p:cNvSpPr>
            <a:spLocks noGrp="1"/>
          </p:cNvSpPr>
          <p:nvPr>
            <p:ph type="body" sz="quarter" idx="20"/>
          </p:nvPr>
        </p:nvSpPr>
        <p:spPr>
          <a:xfrm>
            <a:off x="9128759" y="2346960"/>
            <a:ext cx="2194560" cy="3474720"/>
          </a:xfrm>
        </p:spPr>
        <p:txBody>
          <a:bodyPr lIns="91440" tIns="0" rIns="0" bIns="0" anchor="t">
            <a:noAutofit/>
          </a:bodyPr>
          <a:lstStyle>
            <a:lvl1pPr marL="0" indent="0">
              <a:lnSpc>
                <a:spcPct val="86000"/>
              </a:lnSpc>
              <a:spcBef>
                <a:spcPts val="1800"/>
              </a:spcBef>
              <a:buNone/>
              <a:defRPr sz="1400" b="0" i="0" cap="none" spc="0" baseline="0">
                <a:solidFill>
                  <a:srgbClr val="003349"/>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9" name="Straight Connector 8">
            <a:extLst>
              <a:ext uri="{FF2B5EF4-FFF2-40B4-BE49-F238E27FC236}">
                <a16:creationId xmlns:a16="http://schemas.microsoft.com/office/drawing/2014/main" id="{14903536-229C-7C96-39A2-28B9929543DB}"/>
              </a:ext>
            </a:extLst>
          </p:cNvPr>
          <p:cNvCxnSpPr/>
          <p:nvPr userDrawn="1"/>
        </p:nvCxnSpPr>
        <p:spPr>
          <a:xfrm>
            <a:off x="8839200" y="1706880"/>
            <a:ext cx="0" cy="4114800"/>
          </a:xfrm>
          <a:prstGeom prst="line">
            <a:avLst/>
          </a:prstGeom>
          <a:ln w="12700">
            <a:solidFill>
              <a:srgbClr val="E6E2D5"/>
            </a:solidFill>
          </a:ln>
        </p:spPr>
        <p:style>
          <a:lnRef idx="1">
            <a:schemeClr val="accent1"/>
          </a:lnRef>
          <a:fillRef idx="0">
            <a:schemeClr val="accent1"/>
          </a:fillRef>
          <a:effectRef idx="0">
            <a:schemeClr val="accent1"/>
          </a:effectRef>
          <a:fontRef idx="minor">
            <a:schemeClr val="tx1"/>
          </a:fontRef>
        </p:style>
      </p:cxnSp>
      <p:sp>
        <p:nvSpPr>
          <p:cNvPr id="10" name="Text Placeholder 10">
            <a:extLst>
              <a:ext uri="{FF2B5EF4-FFF2-40B4-BE49-F238E27FC236}">
                <a16:creationId xmlns:a16="http://schemas.microsoft.com/office/drawing/2014/main" id="{5B90BE31-7B40-C78D-EFAD-0041D24568BA}"/>
              </a:ext>
            </a:extLst>
          </p:cNvPr>
          <p:cNvSpPr>
            <a:spLocks noGrp="1"/>
          </p:cNvSpPr>
          <p:nvPr>
            <p:ph type="body" sz="quarter" idx="21" hasCustomPrompt="1"/>
          </p:nvPr>
        </p:nvSpPr>
        <p:spPr>
          <a:xfrm>
            <a:off x="838201" y="1614810"/>
            <a:ext cx="2194555" cy="528315"/>
          </a:xfrm>
        </p:spPr>
        <p:txBody>
          <a:bodyPr anchor="b" anchorCtr="0">
            <a:noAutofit/>
          </a:bodyPr>
          <a:lstStyle>
            <a:lvl1pPr marL="0" indent="0">
              <a:buFontTx/>
              <a:buNone/>
              <a:defRPr sz="1500" b="1">
                <a:solidFill>
                  <a:srgbClr val="003349"/>
                </a:solidFill>
              </a:defRPr>
            </a:lvl1pPr>
            <a:lvl2pPr marL="457200" indent="0">
              <a:buFontTx/>
              <a:buNone/>
              <a:defRPr sz="1600"/>
            </a:lvl2pPr>
            <a:lvl3pPr marL="914400" indent="0">
              <a:buFontTx/>
              <a:buNone/>
              <a:defRPr sz="1600"/>
            </a:lvl3pPr>
            <a:lvl4pPr marL="1371600" indent="0">
              <a:buFontTx/>
              <a:buNone/>
              <a:defRPr sz="1600"/>
            </a:lvl4pPr>
            <a:lvl5pPr marL="1828800" indent="0">
              <a:buFontTx/>
              <a:buNone/>
              <a:defRPr sz="1600"/>
            </a:lvl5pPr>
          </a:lstStyle>
          <a:p>
            <a:pPr lvl="0"/>
            <a:r>
              <a:rPr lang="en-US" dirty="0"/>
              <a:t>CLICK TO EDIT MASTER SUBHEAD</a:t>
            </a:r>
          </a:p>
        </p:txBody>
      </p:sp>
      <p:sp>
        <p:nvSpPr>
          <p:cNvPr id="11" name="Text Placeholder 10">
            <a:extLst>
              <a:ext uri="{FF2B5EF4-FFF2-40B4-BE49-F238E27FC236}">
                <a16:creationId xmlns:a16="http://schemas.microsoft.com/office/drawing/2014/main" id="{2F5ABDAA-EA42-26BC-1415-0D37DCFAD367}"/>
              </a:ext>
            </a:extLst>
          </p:cNvPr>
          <p:cNvSpPr>
            <a:spLocks noGrp="1"/>
          </p:cNvSpPr>
          <p:nvPr>
            <p:ph type="body" sz="quarter" idx="22" hasCustomPrompt="1"/>
          </p:nvPr>
        </p:nvSpPr>
        <p:spPr>
          <a:xfrm>
            <a:off x="3601719" y="1614809"/>
            <a:ext cx="2194555" cy="528315"/>
          </a:xfrm>
        </p:spPr>
        <p:txBody>
          <a:bodyPr anchor="b" anchorCtr="0">
            <a:noAutofit/>
          </a:bodyPr>
          <a:lstStyle>
            <a:lvl1pPr marL="0" indent="0">
              <a:buFontTx/>
              <a:buNone/>
              <a:defRPr sz="1500" b="1">
                <a:solidFill>
                  <a:srgbClr val="003349"/>
                </a:solidFill>
              </a:defRPr>
            </a:lvl1pPr>
            <a:lvl2pPr marL="457200" indent="0">
              <a:buFontTx/>
              <a:buNone/>
              <a:defRPr sz="1600"/>
            </a:lvl2pPr>
            <a:lvl3pPr marL="914400" indent="0">
              <a:buFontTx/>
              <a:buNone/>
              <a:defRPr sz="1600"/>
            </a:lvl3pPr>
            <a:lvl4pPr marL="1371600" indent="0">
              <a:buFontTx/>
              <a:buNone/>
              <a:defRPr sz="1600"/>
            </a:lvl4pPr>
            <a:lvl5pPr marL="1828800" indent="0">
              <a:buFontTx/>
              <a:buNone/>
              <a:defRPr sz="1600"/>
            </a:lvl5pPr>
          </a:lstStyle>
          <a:p>
            <a:pPr lvl="0"/>
            <a:r>
              <a:rPr lang="en-US" dirty="0"/>
              <a:t>CLICK TO EDIT MASTER SUBHEAD</a:t>
            </a:r>
          </a:p>
        </p:txBody>
      </p:sp>
      <p:sp>
        <p:nvSpPr>
          <p:cNvPr id="12" name="Text Placeholder 10">
            <a:extLst>
              <a:ext uri="{FF2B5EF4-FFF2-40B4-BE49-F238E27FC236}">
                <a16:creationId xmlns:a16="http://schemas.microsoft.com/office/drawing/2014/main" id="{FC1DBBAF-7F1B-7AB5-D188-83057F80141C}"/>
              </a:ext>
            </a:extLst>
          </p:cNvPr>
          <p:cNvSpPr>
            <a:spLocks noGrp="1"/>
          </p:cNvSpPr>
          <p:nvPr>
            <p:ph type="body" sz="quarter" idx="23" hasCustomPrompt="1"/>
          </p:nvPr>
        </p:nvSpPr>
        <p:spPr>
          <a:xfrm>
            <a:off x="6365237" y="1645922"/>
            <a:ext cx="2184402" cy="528315"/>
          </a:xfrm>
        </p:spPr>
        <p:txBody>
          <a:bodyPr anchor="b" anchorCtr="0">
            <a:noAutofit/>
          </a:bodyPr>
          <a:lstStyle>
            <a:lvl1pPr marL="0" indent="0">
              <a:buFontTx/>
              <a:buNone/>
              <a:defRPr sz="1500" b="1">
                <a:solidFill>
                  <a:srgbClr val="003349"/>
                </a:solidFill>
              </a:defRPr>
            </a:lvl1pPr>
            <a:lvl2pPr marL="457200" indent="0">
              <a:buFontTx/>
              <a:buNone/>
              <a:defRPr sz="1600"/>
            </a:lvl2pPr>
            <a:lvl3pPr marL="914400" indent="0">
              <a:buFontTx/>
              <a:buNone/>
              <a:defRPr sz="1600"/>
            </a:lvl3pPr>
            <a:lvl4pPr marL="1371600" indent="0">
              <a:buFontTx/>
              <a:buNone/>
              <a:defRPr sz="1600"/>
            </a:lvl4pPr>
            <a:lvl5pPr marL="1828800" indent="0">
              <a:buFontTx/>
              <a:buNone/>
              <a:defRPr sz="1600"/>
            </a:lvl5pPr>
          </a:lstStyle>
          <a:p>
            <a:pPr lvl="0"/>
            <a:r>
              <a:rPr lang="en-US" dirty="0"/>
              <a:t>CLICK TO EDIT MASTER SUBHEAD</a:t>
            </a:r>
          </a:p>
        </p:txBody>
      </p:sp>
      <p:sp>
        <p:nvSpPr>
          <p:cNvPr id="13" name="Text Placeholder 10">
            <a:extLst>
              <a:ext uri="{FF2B5EF4-FFF2-40B4-BE49-F238E27FC236}">
                <a16:creationId xmlns:a16="http://schemas.microsoft.com/office/drawing/2014/main" id="{F9AAE991-21F7-851A-C1AB-8D01510AA050}"/>
              </a:ext>
            </a:extLst>
          </p:cNvPr>
          <p:cNvSpPr>
            <a:spLocks noGrp="1"/>
          </p:cNvSpPr>
          <p:nvPr>
            <p:ph type="body" sz="quarter" idx="24" hasCustomPrompt="1"/>
          </p:nvPr>
        </p:nvSpPr>
        <p:spPr>
          <a:xfrm>
            <a:off x="9118602" y="1645922"/>
            <a:ext cx="2184402" cy="528315"/>
          </a:xfrm>
        </p:spPr>
        <p:txBody>
          <a:bodyPr anchor="b" anchorCtr="0">
            <a:noAutofit/>
          </a:bodyPr>
          <a:lstStyle>
            <a:lvl1pPr marL="0" indent="0">
              <a:buFontTx/>
              <a:buNone/>
              <a:defRPr sz="1500" b="1">
                <a:solidFill>
                  <a:srgbClr val="003349"/>
                </a:solidFill>
              </a:defRPr>
            </a:lvl1pPr>
            <a:lvl2pPr marL="457200" indent="0">
              <a:buFontTx/>
              <a:buNone/>
              <a:defRPr sz="1600"/>
            </a:lvl2pPr>
            <a:lvl3pPr marL="914400" indent="0">
              <a:buFontTx/>
              <a:buNone/>
              <a:defRPr sz="1600"/>
            </a:lvl3pPr>
            <a:lvl4pPr marL="1371600" indent="0">
              <a:buFontTx/>
              <a:buNone/>
              <a:defRPr sz="1600"/>
            </a:lvl4pPr>
            <a:lvl5pPr marL="1828800" indent="0">
              <a:buFontTx/>
              <a:buNone/>
              <a:defRPr sz="1600"/>
            </a:lvl5pPr>
          </a:lstStyle>
          <a:p>
            <a:pPr lvl="0"/>
            <a:r>
              <a:rPr lang="en-US" dirty="0"/>
              <a:t>CLICK TO EDIT MASTER SUBHEAD</a:t>
            </a:r>
          </a:p>
        </p:txBody>
      </p:sp>
      <p:pic>
        <p:nvPicPr>
          <p:cNvPr id="17" name="Picture 16" descr="A black background with blue letters&#10;&#10;AI-generated content may be incorrect.">
            <a:extLst>
              <a:ext uri="{FF2B5EF4-FFF2-40B4-BE49-F238E27FC236}">
                <a16:creationId xmlns:a16="http://schemas.microsoft.com/office/drawing/2014/main" id="{EA6AD3C6-5B56-E9AE-9A77-300D0E041EF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15" name="Text Placeholder 6">
            <a:extLst>
              <a:ext uri="{FF2B5EF4-FFF2-40B4-BE49-F238E27FC236}">
                <a16:creationId xmlns:a16="http://schemas.microsoft.com/office/drawing/2014/main" id="{A9114182-8BDB-0FC7-E9C7-8A4C965B8EBF}"/>
              </a:ext>
            </a:extLst>
          </p:cNvPr>
          <p:cNvSpPr>
            <a:spLocks noGrp="1"/>
          </p:cNvSpPr>
          <p:nvPr>
            <p:ph type="body" sz="quarter" idx="10"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16" name="Text Placeholder 8">
            <a:extLst>
              <a:ext uri="{FF2B5EF4-FFF2-40B4-BE49-F238E27FC236}">
                <a16:creationId xmlns:a16="http://schemas.microsoft.com/office/drawing/2014/main" id="{B4B86AC2-BED2-2F84-ECC0-F8D6B7D01CC3}"/>
              </a:ext>
            </a:extLst>
          </p:cNvPr>
          <p:cNvSpPr>
            <a:spLocks noGrp="1"/>
          </p:cNvSpPr>
          <p:nvPr>
            <p:ph type="body" sz="quarter" idx="1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20" name="Straight Connector 19">
            <a:extLst>
              <a:ext uri="{FF2B5EF4-FFF2-40B4-BE49-F238E27FC236}">
                <a16:creationId xmlns:a16="http://schemas.microsoft.com/office/drawing/2014/main" id="{A264A0A8-C807-E6FF-6E29-A82F5277108F}"/>
              </a:ext>
            </a:extLst>
          </p:cNvPr>
          <p:cNvCxnSpPr/>
          <p:nvPr userDrawn="1"/>
        </p:nvCxnSpPr>
        <p:spPr>
          <a:xfrm>
            <a:off x="1309036" y="6440485"/>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4CD9BE9-84DE-9D7C-0A8E-BBAFA5E2CF91}"/>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spTree>
    <p:extLst>
      <p:ext uri="{BB962C8B-B14F-4D97-AF65-F5344CB8AC3E}">
        <p14:creationId xmlns:p14="http://schemas.microsoft.com/office/powerpoint/2010/main" val="4165676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70BE44-0561-CFE4-B5D1-09575F45D661}"/>
              </a:ext>
            </a:extLst>
          </p:cNvPr>
          <p:cNvSpPr/>
          <p:nvPr userDrawn="1"/>
        </p:nvSpPr>
        <p:spPr>
          <a:xfrm>
            <a:off x="0" y="0"/>
            <a:ext cx="12192000" cy="6858000"/>
          </a:xfrm>
          <a:prstGeom prst="rect">
            <a:avLst/>
          </a:prstGeom>
          <a:solidFill>
            <a:srgbClr val="E6E2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1022F27-477E-72C1-9022-E70438C6D767}"/>
              </a:ext>
            </a:extLst>
          </p:cNvPr>
          <p:cNvPicPr>
            <a:picLocks noChangeAspect="1"/>
          </p:cNvPicPr>
          <p:nvPr userDrawn="1"/>
        </p:nvPicPr>
        <p:blipFill>
          <a:blip r:embed="rId2"/>
          <a:stretch>
            <a:fillRect/>
          </a:stretch>
        </p:blipFill>
        <p:spPr>
          <a:xfrm>
            <a:off x="657486" y="887966"/>
            <a:ext cx="5234267" cy="5970033"/>
          </a:xfrm>
          <a:prstGeom prst="rect">
            <a:avLst/>
          </a:prstGeom>
        </p:spPr>
      </p:pic>
      <p:sp>
        <p:nvSpPr>
          <p:cNvPr id="5" name="Title 1">
            <a:extLst>
              <a:ext uri="{FF2B5EF4-FFF2-40B4-BE49-F238E27FC236}">
                <a16:creationId xmlns:a16="http://schemas.microsoft.com/office/drawing/2014/main" id="{8540AB1B-1C26-38A4-1EE6-8FB39738C9FE}"/>
              </a:ext>
            </a:extLst>
          </p:cNvPr>
          <p:cNvSpPr>
            <a:spLocks noGrp="1"/>
          </p:cNvSpPr>
          <p:nvPr>
            <p:ph type="title" hasCustomPrompt="1"/>
          </p:nvPr>
        </p:nvSpPr>
        <p:spPr>
          <a:xfrm>
            <a:off x="6664749" y="1844297"/>
            <a:ext cx="4572001" cy="492071"/>
          </a:xfrm>
        </p:spPr>
        <p:txBody>
          <a:bodyPr anchor="b">
            <a:normAutofit/>
          </a:bodyPr>
          <a:lstStyle>
            <a:lvl1pPr>
              <a:defRPr sz="3000">
                <a:solidFill>
                  <a:srgbClr val="003349"/>
                </a:solidFill>
              </a:defRPr>
            </a:lvl1pPr>
          </a:lstStyle>
          <a:p>
            <a:r>
              <a:rPr lang="en-US" dirty="0"/>
              <a:t>Sample Headline</a:t>
            </a:r>
          </a:p>
        </p:txBody>
      </p:sp>
      <p:sp>
        <p:nvSpPr>
          <p:cNvPr id="6" name="Text Placeholder 3">
            <a:extLst>
              <a:ext uri="{FF2B5EF4-FFF2-40B4-BE49-F238E27FC236}">
                <a16:creationId xmlns:a16="http://schemas.microsoft.com/office/drawing/2014/main" id="{0DD84323-A3FA-B6F7-D32B-C4C214F07D39}"/>
              </a:ext>
            </a:extLst>
          </p:cNvPr>
          <p:cNvSpPr>
            <a:spLocks noGrp="1"/>
          </p:cNvSpPr>
          <p:nvPr>
            <p:ph type="body" sz="half" idx="2"/>
          </p:nvPr>
        </p:nvSpPr>
        <p:spPr>
          <a:xfrm>
            <a:off x="6664751" y="2336369"/>
            <a:ext cx="4572000" cy="2747075"/>
          </a:xfrm>
        </p:spPr>
        <p:txBody>
          <a:bodyPr>
            <a:normAutofit/>
          </a:bodyPr>
          <a:lstStyle>
            <a:lvl1pPr marL="0" indent="0">
              <a:lnSpc>
                <a:spcPct val="90000"/>
              </a:lnSpc>
              <a:spcBef>
                <a:spcPts val="0"/>
              </a:spcBef>
              <a:spcAft>
                <a:spcPts val="1200"/>
              </a:spcAft>
              <a:buNone/>
              <a:defRPr sz="1400">
                <a:solidFill>
                  <a:srgbClr val="003349"/>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Text Placeholder 7">
            <a:extLst>
              <a:ext uri="{FF2B5EF4-FFF2-40B4-BE49-F238E27FC236}">
                <a16:creationId xmlns:a16="http://schemas.microsoft.com/office/drawing/2014/main" id="{5D56653F-D11B-9FCB-D807-092899CB14A7}"/>
              </a:ext>
            </a:extLst>
          </p:cNvPr>
          <p:cNvSpPr>
            <a:spLocks noGrp="1"/>
          </p:cNvSpPr>
          <p:nvPr>
            <p:ph type="body" sz="quarter" idx="10" hasCustomPrompt="1"/>
          </p:nvPr>
        </p:nvSpPr>
        <p:spPr>
          <a:xfrm>
            <a:off x="1545997" y="2262188"/>
            <a:ext cx="3544478" cy="3092237"/>
          </a:xfrm>
        </p:spPr>
        <p:txBody>
          <a:bodyPr anchor="ctr" anchorCtr="0">
            <a:noAutofit/>
          </a:bodyPr>
          <a:lstStyle>
            <a:lvl1pPr marL="0" indent="0" algn="ctr">
              <a:lnSpc>
                <a:spcPct val="120000"/>
              </a:lnSpc>
              <a:spcBef>
                <a:spcPts val="0"/>
              </a:spcBef>
              <a:spcAft>
                <a:spcPts val="600"/>
              </a:spcAft>
              <a:buFontTx/>
              <a:buNone/>
              <a:defRPr sz="1800" b="0" i="1">
                <a:solidFill>
                  <a:srgbClr val="E6E2D5"/>
                </a:solidFill>
                <a:latin typeface="Georgia" panose="02040502050405020303" pitchFamily="18" charset="0"/>
              </a:defRPr>
            </a:lvl1pPr>
            <a:lvl2pPr marL="457200" indent="0">
              <a:buFontTx/>
              <a:buNone/>
              <a:defRPr b="0" i="1">
                <a:solidFill>
                  <a:srgbClr val="E6E2D5"/>
                </a:solidFill>
                <a:latin typeface="Georgia" panose="02040502050405020303" pitchFamily="18" charset="0"/>
              </a:defRPr>
            </a:lvl2pPr>
            <a:lvl3pPr marL="914400" indent="0">
              <a:buFontTx/>
              <a:buNone/>
              <a:defRPr b="0" i="1">
                <a:solidFill>
                  <a:srgbClr val="E6E2D5"/>
                </a:solidFill>
                <a:latin typeface="Georgia" panose="02040502050405020303" pitchFamily="18" charset="0"/>
              </a:defRPr>
            </a:lvl3pPr>
            <a:lvl4pPr marL="1371600" indent="0">
              <a:buFontTx/>
              <a:buNone/>
              <a:defRPr b="0" i="1">
                <a:solidFill>
                  <a:srgbClr val="E6E2D5"/>
                </a:solidFill>
                <a:latin typeface="Georgia" panose="02040502050405020303" pitchFamily="18" charset="0"/>
              </a:defRPr>
            </a:lvl4pPr>
            <a:lvl5pPr marL="1828800" indent="0">
              <a:buFontTx/>
              <a:buNone/>
              <a:defRPr b="0" i="1">
                <a:solidFill>
                  <a:srgbClr val="E6E2D5"/>
                </a:solidFill>
                <a:latin typeface="Georgia" panose="02040502050405020303" pitchFamily="18" charset="0"/>
              </a:defRPr>
            </a:lvl5pPr>
          </a:lstStyle>
          <a:p>
            <a:pPr lvl="0"/>
            <a:r>
              <a:rPr lang="en-US" dirty="0"/>
              <a:t>Quote Style</a:t>
            </a:r>
          </a:p>
        </p:txBody>
      </p:sp>
      <p:pic>
        <p:nvPicPr>
          <p:cNvPr id="10" name="Picture 9" descr="A black background with blue letters&#10;&#10;AI-generated content may be incorrect.">
            <a:extLst>
              <a:ext uri="{FF2B5EF4-FFF2-40B4-BE49-F238E27FC236}">
                <a16:creationId xmlns:a16="http://schemas.microsoft.com/office/drawing/2014/main" id="{16899909-E9F7-0A1A-A58A-AC74E9D48B8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cxnSp>
        <p:nvCxnSpPr>
          <p:cNvPr id="11" name="Straight Connector 10">
            <a:extLst>
              <a:ext uri="{FF2B5EF4-FFF2-40B4-BE49-F238E27FC236}">
                <a16:creationId xmlns:a16="http://schemas.microsoft.com/office/drawing/2014/main" id="{9FFB69A8-C42A-E0E1-7328-486006664A84}"/>
              </a:ext>
            </a:extLst>
          </p:cNvPr>
          <p:cNvCxnSpPr/>
          <p:nvPr userDrawn="1"/>
        </p:nvCxnSpPr>
        <p:spPr>
          <a:xfrm>
            <a:off x="1309036" y="6440485"/>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F2B5CCC-DA0E-E4AA-DD2D-482D35D9CE4A}"/>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59626"/>
                  </a:srgbClr>
                </a:solidFill>
              </a:rPr>
              <a:t>Confidential. Internal Use Only.</a:t>
            </a:r>
          </a:p>
        </p:txBody>
      </p:sp>
    </p:spTree>
    <p:extLst>
      <p:ext uri="{BB962C8B-B14F-4D97-AF65-F5344CB8AC3E}">
        <p14:creationId xmlns:p14="http://schemas.microsoft.com/office/powerpoint/2010/main" val="42570079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cess Slide">
    <p:spTree>
      <p:nvGrpSpPr>
        <p:cNvPr id="1" name=""/>
        <p:cNvGrpSpPr/>
        <p:nvPr/>
      </p:nvGrpSpPr>
      <p:grpSpPr>
        <a:xfrm>
          <a:off x="0" y="0"/>
          <a:ext cx="0" cy="0"/>
          <a:chOff x="0" y="0"/>
          <a:chExt cx="0" cy="0"/>
        </a:xfrm>
      </p:grpSpPr>
      <p:pic>
        <p:nvPicPr>
          <p:cNvPr id="6" name="Picture 5" descr="A black background with blue letters&#10;&#10;AI-generated content may be incorrect.">
            <a:extLst>
              <a:ext uri="{FF2B5EF4-FFF2-40B4-BE49-F238E27FC236}">
                <a16:creationId xmlns:a16="http://schemas.microsoft.com/office/drawing/2014/main" id="{DCC162EA-A07D-81ED-E741-B9DEDF0CDC6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cxnSp>
        <p:nvCxnSpPr>
          <p:cNvPr id="2" name="Straight Arrow Connector 1">
            <a:extLst>
              <a:ext uri="{FF2B5EF4-FFF2-40B4-BE49-F238E27FC236}">
                <a16:creationId xmlns:a16="http://schemas.microsoft.com/office/drawing/2014/main" id="{357A9109-9C73-F421-A736-67CA622B5632}"/>
              </a:ext>
            </a:extLst>
          </p:cNvPr>
          <p:cNvCxnSpPr>
            <a:cxnSpLocks/>
          </p:cNvCxnSpPr>
          <p:nvPr userDrawn="1"/>
        </p:nvCxnSpPr>
        <p:spPr>
          <a:xfrm flipV="1">
            <a:off x="1158240" y="2470899"/>
            <a:ext cx="640080" cy="0"/>
          </a:xfrm>
          <a:prstGeom prst="straightConnector1">
            <a:avLst/>
          </a:prstGeom>
          <a:ln w="12700">
            <a:solidFill>
              <a:srgbClr val="D5CFC7"/>
            </a:solidFill>
            <a:prstDash val="sysDot"/>
            <a:tailEnd type="non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ECA51C38-99AF-312B-650B-0CFED67E1191}"/>
              </a:ext>
            </a:extLst>
          </p:cNvPr>
          <p:cNvGrpSpPr/>
          <p:nvPr userDrawn="1"/>
        </p:nvGrpSpPr>
        <p:grpSpPr>
          <a:xfrm>
            <a:off x="1864428" y="2118686"/>
            <a:ext cx="240957" cy="685800"/>
            <a:chOff x="1650657" y="2225233"/>
            <a:chExt cx="240957" cy="685800"/>
          </a:xfrm>
        </p:grpSpPr>
        <p:cxnSp>
          <p:nvCxnSpPr>
            <p:cNvPr id="8" name="Straight Connector 7">
              <a:extLst>
                <a:ext uri="{FF2B5EF4-FFF2-40B4-BE49-F238E27FC236}">
                  <a16:creationId xmlns:a16="http://schemas.microsoft.com/office/drawing/2014/main" id="{7FF90475-1771-E459-9E7C-52751679DFE6}"/>
                </a:ext>
              </a:extLst>
            </p:cNvPr>
            <p:cNvCxnSpPr>
              <a:cxnSpLocks/>
            </p:cNvCxnSpPr>
            <p:nvPr/>
          </p:nvCxnSpPr>
          <p:spPr>
            <a:xfrm>
              <a:off x="1771135" y="2225233"/>
              <a:ext cx="0" cy="685800"/>
            </a:xfrm>
            <a:prstGeom prst="line">
              <a:avLst/>
            </a:prstGeom>
            <a:ln w="12700">
              <a:solidFill>
                <a:srgbClr val="D5CFC7"/>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FB48B2DB-5596-619A-704E-0FC181D2E391}"/>
                </a:ext>
              </a:extLst>
            </p:cNvPr>
            <p:cNvSpPr/>
            <p:nvPr/>
          </p:nvSpPr>
          <p:spPr>
            <a:xfrm>
              <a:off x="1650657" y="2453833"/>
              <a:ext cx="240957" cy="228600"/>
            </a:xfrm>
            <a:prstGeom prst="ellipse">
              <a:avLst/>
            </a:prstGeom>
            <a:solidFill>
              <a:srgbClr val="005C43"/>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dirty="0">
                <a:solidFill>
                  <a:srgbClr val="005C43"/>
                </a:solidFill>
              </a:endParaRPr>
            </a:p>
          </p:txBody>
        </p:sp>
      </p:grpSp>
      <p:grpSp>
        <p:nvGrpSpPr>
          <p:cNvPr id="40" name="Group 39">
            <a:extLst>
              <a:ext uri="{FF2B5EF4-FFF2-40B4-BE49-F238E27FC236}">
                <a16:creationId xmlns:a16="http://schemas.microsoft.com/office/drawing/2014/main" id="{4CAEBD23-BA3B-A037-9089-671D24ACE338}"/>
              </a:ext>
            </a:extLst>
          </p:cNvPr>
          <p:cNvGrpSpPr/>
          <p:nvPr userDrawn="1"/>
        </p:nvGrpSpPr>
        <p:grpSpPr>
          <a:xfrm>
            <a:off x="3893863" y="2118686"/>
            <a:ext cx="240957" cy="685800"/>
            <a:chOff x="3786978" y="2225233"/>
            <a:chExt cx="240957" cy="685800"/>
          </a:xfrm>
        </p:grpSpPr>
        <p:cxnSp>
          <p:nvCxnSpPr>
            <p:cNvPr id="13" name="Straight Connector 12">
              <a:extLst>
                <a:ext uri="{FF2B5EF4-FFF2-40B4-BE49-F238E27FC236}">
                  <a16:creationId xmlns:a16="http://schemas.microsoft.com/office/drawing/2014/main" id="{2CA2D60C-B57D-341F-5984-8534CEFE8D2A}"/>
                </a:ext>
              </a:extLst>
            </p:cNvPr>
            <p:cNvCxnSpPr>
              <a:cxnSpLocks/>
            </p:cNvCxnSpPr>
            <p:nvPr/>
          </p:nvCxnSpPr>
          <p:spPr>
            <a:xfrm>
              <a:off x="3907456" y="2225233"/>
              <a:ext cx="0" cy="68580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E1FC6C08-DA8B-5279-CB31-9A546EEAB146}"/>
                </a:ext>
              </a:extLst>
            </p:cNvPr>
            <p:cNvSpPr/>
            <p:nvPr/>
          </p:nvSpPr>
          <p:spPr>
            <a:xfrm>
              <a:off x="3786978" y="2453833"/>
              <a:ext cx="240957" cy="228600"/>
            </a:xfrm>
            <a:prstGeom prst="ellipse">
              <a:avLst/>
            </a:prstGeom>
            <a:solidFill>
              <a:srgbClr val="4FBCCA"/>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dirty="0">
                <a:solidFill>
                  <a:sysClr val="windowText" lastClr="000000"/>
                </a:solidFill>
              </a:endParaRPr>
            </a:p>
          </p:txBody>
        </p:sp>
      </p:grpSp>
      <p:grpSp>
        <p:nvGrpSpPr>
          <p:cNvPr id="41" name="Group 40">
            <a:extLst>
              <a:ext uri="{FF2B5EF4-FFF2-40B4-BE49-F238E27FC236}">
                <a16:creationId xmlns:a16="http://schemas.microsoft.com/office/drawing/2014/main" id="{69F4BF2B-52AC-8AE8-5AFD-D2B521001C03}"/>
              </a:ext>
            </a:extLst>
          </p:cNvPr>
          <p:cNvGrpSpPr/>
          <p:nvPr userDrawn="1"/>
        </p:nvGrpSpPr>
        <p:grpSpPr>
          <a:xfrm>
            <a:off x="5923299" y="2118686"/>
            <a:ext cx="240957" cy="685800"/>
            <a:chOff x="5923299" y="2225233"/>
            <a:chExt cx="240957" cy="685800"/>
          </a:xfrm>
        </p:grpSpPr>
        <p:cxnSp>
          <p:nvCxnSpPr>
            <p:cNvPr id="17" name="Straight Connector 16">
              <a:extLst>
                <a:ext uri="{FF2B5EF4-FFF2-40B4-BE49-F238E27FC236}">
                  <a16:creationId xmlns:a16="http://schemas.microsoft.com/office/drawing/2014/main" id="{8C2BDBEE-99DB-8A38-59E6-81B9FB772D52}"/>
                </a:ext>
              </a:extLst>
            </p:cNvPr>
            <p:cNvCxnSpPr>
              <a:cxnSpLocks/>
            </p:cNvCxnSpPr>
            <p:nvPr/>
          </p:nvCxnSpPr>
          <p:spPr>
            <a:xfrm>
              <a:off x="6043777" y="2225233"/>
              <a:ext cx="0" cy="68580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88B2360C-ECB2-E493-DDC7-8DA397FBB5C7}"/>
                </a:ext>
              </a:extLst>
            </p:cNvPr>
            <p:cNvSpPr/>
            <p:nvPr/>
          </p:nvSpPr>
          <p:spPr>
            <a:xfrm>
              <a:off x="5923299" y="2453833"/>
              <a:ext cx="240957" cy="228600"/>
            </a:xfrm>
            <a:prstGeom prst="ellipse">
              <a:avLst/>
            </a:prstGeom>
            <a:solidFill>
              <a:srgbClr val="5F252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dirty="0">
                <a:solidFill>
                  <a:sysClr val="windowText" lastClr="000000"/>
                </a:solidFill>
              </a:endParaRPr>
            </a:p>
          </p:txBody>
        </p:sp>
      </p:grpSp>
      <p:grpSp>
        <p:nvGrpSpPr>
          <p:cNvPr id="42" name="Group 41">
            <a:extLst>
              <a:ext uri="{FF2B5EF4-FFF2-40B4-BE49-F238E27FC236}">
                <a16:creationId xmlns:a16="http://schemas.microsoft.com/office/drawing/2014/main" id="{3451C99B-1D13-E44B-8397-1B39579BCF11}"/>
              </a:ext>
            </a:extLst>
          </p:cNvPr>
          <p:cNvGrpSpPr/>
          <p:nvPr userDrawn="1"/>
        </p:nvGrpSpPr>
        <p:grpSpPr>
          <a:xfrm>
            <a:off x="7960326" y="2139659"/>
            <a:ext cx="240957" cy="685800"/>
            <a:chOff x="8059620" y="2225233"/>
            <a:chExt cx="240957" cy="685800"/>
          </a:xfrm>
        </p:grpSpPr>
        <p:cxnSp>
          <p:nvCxnSpPr>
            <p:cNvPr id="21" name="Straight Connector 20">
              <a:extLst>
                <a:ext uri="{FF2B5EF4-FFF2-40B4-BE49-F238E27FC236}">
                  <a16:creationId xmlns:a16="http://schemas.microsoft.com/office/drawing/2014/main" id="{2CA02A6E-16D5-1062-DC0E-974AEB286AE4}"/>
                </a:ext>
              </a:extLst>
            </p:cNvPr>
            <p:cNvCxnSpPr>
              <a:cxnSpLocks/>
            </p:cNvCxnSpPr>
            <p:nvPr/>
          </p:nvCxnSpPr>
          <p:spPr>
            <a:xfrm>
              <a:off x="8180098" y="2225233"/>
              <a:ext cx="0" cy="68580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541B61AC-CFDD-9B1D-B5F7-ADEE300F1ACC}"/>
                </a:ext>
              </a:extLst>
            </p:cNvPr>
            <p:cNvSpPr/>
            <p:nvPr/>
          </p:nvSpPr>
          <p:spPr>
            <a:xfrm>
              <a:off x="8059620" y="2453833"/>
              <a:ext cx="240957" cy="228600"/>
            </a:xfrm>
            <a:prstGeom prst="ellipse">
              <a:avLst/>
            </a:prstGeom>
            <a:solidFill>
              <a:srgbClr val="003349"/>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dirty="0">
                <a:solidFill>
                  <a:sysClr val="windowText" lastClr="000000"/>
                </a:solidFill>
              </a:endParaRPr>
            </a:p>
          </p:txBody>
        </p:sp>
      </p:grpSp>
      <p:sp>
        <p:nvSpPr>
          <p:cNvPr id="32" name="Title 1">
            <a:extLst>
              <a:ext uri="{FF2B5EF4-FFF2-40B4-BE49-F238E27FC236}">
                <a16:creationId xmlns:a16="http://schemas.microsoft.com/office/drawing/2014/main" id="{7F242C54-3845-B4C7-B880-C9FD2A1C31D2}"/>
              </a:ext>
            </a:extLst>
          </p:cNvPr>
          <p:cNvSpPr>
            <a:spLocks noGrp="1"/>
          </p:cNvSpPr>
          <p:nvPr userDrawn="1">
            <p:ph type="title"/>
          </p:nvPr>
        </p:nvSpPr>
        <p:spPr>
          <a:xfrm>
            <a:off x="838200" y="704256"/>
            <a:ext cx="10515600" cy="528315"/>
          </a:xfrm>
        </p:spPr>
        <p:txBody>
          <a:bodyPr>
            <a:noAutofit/>
          </a:bodyPr>
          <a:lstStyle>
            <a:lvl1pPr>
              <a:defRPr sz="3500">
                <a:solidFill>
                  <a:srgbClr val="003349"/>
                </a:solidFill>
              </a:defRPr>
            </a:lvl1pPr>
          </a:lstStyle>
          <a:p>
            <a:r>
              <a:rPr lang="en-US"/>
              <a:t>Click to edit Master title style</a:t>
            </a:r>
            <a:endParaRPr lang="en-US" dirty="0"/>
          </a:p>
        </p:txBody>
      </p:sp>
      <p:sp>
        <p:nvSpPr>
          <p:cNvPr id="34" name="Text Placeholder 33">
            <a:extLst>
              <a:ext uri="{FF2B5EF4-FFF2-40B4-BE49-F238E27FC236}">
                <a16:creationId xmlns:a16="http://schemas.microsoft.com/office/drawing/2014/main" id="{826D07CA-A59F-6D4D-4800-F9D093B6A6E3}"/>
              </a:ext>
            </a:extLst>
          </p:cNvPr>
          <p:cNvSpPr>
            <a:spLocks noGrp="1"/>
          </p:cNvSpPr>
          <p:nvPr userDrawn="1">
            <p:ph type="body" sz="quarter" idx="10"/>
          </p:nvPr>
        </p:nvSpPr>
        <p:spPr>
          <a:xfrm>
            <a:off x="7166405" y="2825459"/>
            <a:ext cx="1828800" cy="2286000"/>
          </a:xfrm>
          <a:prstGeom prst="roundRect">
            <a:avLst/>
          </a:prstGeom>
          <a:solidFill>
            <a:srgbClr val="003349"/>
          </a:solidFill>
        </p:spPr>
        <p:txBody>
          <a:bodyPr lIns="182880" tIns="91440" rIns="182880" bIns="91440" anchor="ctr" anchorCtr="0">
            <a:noAutofit/>
          </a:bodyPr>
          <a:lstStyle>
            <a:lvl1pPr marL="0" indent="0" algn="ctr">
              <a:buFontTx/>
              <a:buNone/>
              <a:defRPr sz="1400">
                <a:solidFill>
                  <a:srgbClr val="E6E2D5"/>
                </a:solidFill>
              </a:defRPr>
            </a:lvl1pPr>
            <a:lvl2pPr marL="457200" indent="0">
              <a:buFontTx/>
              <a:buNone/>
              <a:defRPr sz="1400">
                <a:solidFill>
                  <a:srgbClr val="E6E2D5"/>
                </a:solidFill>
              </a:defRPr>
            </a:lvl2pPr>
            <a:lvl3pPr marL="914400" indent="0">
              <a:buFontTx/>
              <a:buNone/>
              <a:defRPr sz="1400">
                <a:solidFill>
                  <a:srgbClr val="E6E2D5"/>
                </a:solidFill>
              </a:defRPr>
            </a:lvl3pPr>
            <a:lvl4pPr marL="1371600" indent="0">
              <a:buFontTx/>
              <a:buNone/>
              <a:defRPr sz="1400">
                <a:solidFill>
                  <a:srgbClr val="E6E2D5"/>
                </a:solidFill>
              </a:defRPr>
            </a:lvl4pPr>
            <a:lvl5pPr marL="1828800" indent="0">
              <a:buFontTx/>
              <a:buNone/>
              <a:defRPr sz="1400">
                <a:solidFill>
                  <a:srgbClr val="E6E2D5"/>
                </a:solidFill>
              </a:defRPr>
            </a:lvl5pPr>
          </a:lstStyle>
          <a:p>
            <a:pPr lvl="0"/>
            <a:r>
              <a:rPr lang="en-US"/>
              <a:t>Click to edit Master text styles</a:t>
            </a:r>
          </a:p>
        </p:txBody>
      </p:sp>
      <p:sp>
        <p:nvSpPr>
          <p:cNvPr id="35" name="Text Placeholder 33">
            <a:extLst>
              <a:ext uri="{FF2B5EF4-FFF2-40B4-BE49-F238E27FC236}">
                <a16:creationId xmlns:a16="http://schemas.microsoft.com/office/drawing/2014/main" id="{B7F9603D-B57B-75C4-2F83-4BB3183D10F9}"/>
              </a:ext>
            </a:extLst>
          </p:cNvPr>
          <p:cNvSpPr>
            <a:spLocks noGrp="1"/>
          </p:cNvSpPr>
          <p:nvPr userDrawn="1">
            <p:ph type="body" sz="quarter" idx="11"/>
          </p:nvPr>
        </p:nvSpPr>
        <p:spPr>
          <a:xfrm>
            <a:off x="3102549" y="2825459"/>
            <a:ext cx="1828800" cy="2286000"/>
          </a:xfrm>
          <a:prstGeom prst="roundRect">
            <a:avLst/>
          </a:prstGeom>
          <a:solidFill>
            <a:srgbClr val="4FBCCA"/>
          </a:solidFill>
        </p:spPr>
        <p:txBody>
          <a:bodyPr lIns="182880" tIns="91440" rIns="182880" bIns="91440" anchor="ctr" anchorCtr="0">
            <a:noAutofit/>
          </a:bodyPr>
          <a:lstStyle>
            <a:lvl1pPr marL="0" indent="0" algn="ctr">
              <a:buFontTx/>
              <a:buNone/>
              <a:defRPr sz="1400">
                <a:solidFill>
                  <a:srgbClr val="E6E2D5"/>
                </a:solidFill>
              </a:defRPr>
            </a:lvl1pPr>
            <a:lvl2pPr marL="457200" indent="0">
              <a:buFontTx/>
              <a:buNone/>
              <a:defRPr sz="1400">
                <a:solidFill>
                  <a:srgbClr val="E6E2D5"/>
                </a:solidFill>
              </a:defRPr>
            </a:lvl2pPr>
            <a:lvl3pPr marL="914400" indent="0">
              <a:buFontTx/>
              <a:buNone/>
              <a:defRPr sz="1400">
                <a:solidFill>
                  <a:srgbClr val="E6E2D5"/>
                </a:solidFill>
              </a:defRPr>
            </a:lvl3pPr>
            <a:lvl4pPr marL="1371600" indent="0">
              <a:buFontTx/>
              <a:buNone/>
              <a:defRPr sz="1400">
                <a:solidFill>
                  <a:srgbClr val="E6E2D5"/>
                </a:solidFill>
              </a:defRPr>
            </a:lvl4pPr>
            <a:lvl5pPr marL="1828800" indent="0">
              <a:buFontTx/>
              <a:buNone/>
              <a:defRPr sz="1400">
                <a:solidFill>
                  <a:srgbClr val="E6E2D5"/>
                </a:solidFill>
              </a:defRPr>
            </a:lvl5pPr>
          </a:lstStyle>
          <a:p>
            <a:pPr lvl="0"/>
            <a:r>
              <a:rPr lang="en-US"/>
              <a:t>Click to edit Master text styles</a:t>
            </a:r>
          </a:p>
        </p:txBody>
      </p:sp>
      <p:sp>
        <p:nvSpPr>
          <p:cNvPr id="36" name="Text Placeholder 33">
            <a:extLst>
              <a:ext uri="{FF2B5EF4-FFF2-40B4-BE49-F238E27FC236}">
                <a16:creationId xmlns:a16="http://schemas.microsoft.com/office/drawing/2014/main" id="{CF1388D5-5E27-D01E-CA63-A07F99FF361F}"/>
              </a:ext>
            </a:extLst>
          </p:cNvPr>
          <p:cNvSpPr>
            <a:spLocks noGrp="1"/>
          </p:cNvSpPr>
          <p:nvPr userDrawn="1">
            <p:ph type="body" sz="quarter" idx="12"/>
          </p:nvPr>
        </p:nvSpPr>
        <p:spPr>
          <a:xfrm>
            <a:off x="1070621" y="2825459"/>
            <a:ext cx="1828800" cy="2286000"/>
          </a:xfrm>
          <a:prstGeom prst="roundRect">
            <a:avLst/>
          </a:prstGeom>
          <a:solidFill>
            <a:srgbClr val="005C43"/>
          </a:solidFill>
        </p:spPr>
        <p:txBody>
          <a:bodyPr lIns="182880" tIns="91440" rIns="182880" bIns="91440" anchor="ctr" anchorCtr="0">
            <a:noAutofit/>
          </a:bodyPr>
          <a:lstStyle>
            <a:lvl1pPr marL="0" indent="0" algn="ctr">
              <a:buFontTx/>
              <a:buNone/>
              <a:defRPr sz="1400">
                <a:solidFill>
                  <a:srgbClr val="E6E2D5"/>
                </a:solidFill>
              </a:defRPr>
            </a:lvl1pPr>
            <a:lvl2pPr marL="457200" indent="0">
              <a:buFontTx/>
              <a:buNone/>
              <a:defRPr sz="1400">
                <a:solidFill>
                  <a:srgbClr val="E6E2D5"/>
                </a:solidFill>
              </a:defRPr>
            </a:lvl2pPr>
            <a:lvl3pPr marL="914400" indent="0">
              <a:buFontTx/>
              <a:buNone/>
              <a:defRPr sz="1400">
                <a:solidFill>
                  <a:srgbClr val="E6E2D5"/>
                </a:solidFill>
              </a:defRPr>
            </a:lvl3pPr>
            <a:lvl4pPr marL="1371600" indent="0">
              <a:buFontTx/>
              <a:buNone/>
              <a:defRPr sz="1400">
                <a:solidFill>
                  <a:srgbClr val="E6E2D5"/>
                </a:solidFill>
              </a:defRPr>
            </a:lvl4pPr>
            <a:lvl5pPr marL="1828800" indent="0">
              <a:buFontTx/>
              <a:buNone/>
              <a:defRPr sz="1400">
                <a:solidFill>
                  <a:srgbClr val="E6E2D5"/>
                </a:solidFill>
              </a:defRPr>
            </a:lvl5pPr>
          </a:lstStyle>
          <a:p>
            <a:pPr lvl="0"/>
            <a:r>
              <a:rPr lang="en-US"/>
              <a:t>Click to edit Master text styles</a:t>
            </a:r>
          </a:p>
        </p:txBody>
      </p:sp>
      <p:sp>
        <p:nvSpPr>
          <p:cNvPr id="37" name="Text Placeholder 33">
            <a:extLst>
              <a:ext uri="{FF2B5EF4-FFF2-40B4-BE49-F238E27FC236}">
                <a16:creationId xmlns:a16="http://schemas.microsoft.com/office/drawing/2014/main" id="{77B87CF2-A7BF-DFD9-9C90-7BEB97C71447}"/>
              </a:ext>
            </a:extLst>
          </p:cNvPr>
          <p:cNvSpPr>
            <a:spLocks noGrp="1"/>
          </p:cNvSpPr>
          <p:nvPr userDrawn="1">
            <p:ph type="body" sz="quarter" idx="13"/>
          </p:nvPr>
        </p:nvSpPr>
        <p:spPr>
          <a:xfrm>
            <a:off x="9198331" y="2825459"/>
            <a:ext cx="1828800" cy="2286000"/>
          </a:xfrm>
          <a:prstGeom prst="roundRect">
            <a:avLst/>
          </a:prstGeom>
          <a:solidFill>
            <a:srgbClr val="005C43">
              <a:alpha val="60264"/>
            </a:srgbClr>
          </a:solidFill>
        </p:spPr>
        <p:txBody>
          <a:bodyPr lIns="182880" tIns="91440" rIns="182880" bIns="91440" anchor="ctr" anchorCtr="0">
            <a:noAutofit/>
          </a:bodyPr>
          <a:lstStyle>
            <a:lvl1pPr marL="0" indent="0" algn="ctr">
              <a:buFontTx/>
              <a:buNone/>
              <a:defRPr sz="1400">
                <a:solidFill>
                  <a:srgbClr val="E6E2D5"/>
                </a:solidFill>
              </a:defRPr>
            </a:lvl1pPr>
            <a:lvl2pPr marL="457200" indent="0">
              <a:buFontTx/>
              <a:buNone/>
              <a:defRPr sz="1400">
                <a:solidFill>
                  <a:srgbClr val="E6E2D5"/>
                </a:solidFill>
              </a:defRPr>
            </a:lvl2pPr>
            <a:lvl3pPr marL="914400" indent="0">
              <a:buFontTx/>
              <a:buNone/>
              <a:defRPr sz="1400">
                <a:solidFill>
                  <a:srgbClr val="E6E2D5"/>
                </a:solidFill>
              </a:defRPr>
            </a:lvl3pPr>
            <a:lvl4pPr marL="1371600" indent="0">
              <a:buFontTx/>
              <a:buNone/>
              <a:defRPr sz="1400">
                <a:solidFill>
                  <a:srgbClr val="E6E2D5"/>
                </a:solidFill>
              </a:defRPr>
            </a:lvl4pPr>
            <a:lvl5pPr marL="1828800" indent="0">
              <a:buFontTx/>
              <a:buNone/>
              <a:defRPr sz="1400">
                <a:solidFill>
                  <a:srgbClr val="E6E2D5"/>
                </a:solidFill>
              </a:defRPr>
            </a:lvl5pPr>
          </a:lstStyle>
          <a:p>
            <a:pPr lvl="0"/>
            <a:r>
              <a:rPr lang="en-US"/>
              <a:t>Click to edit Master text styles</a:t>
            </a:r>
          </a:p>
        </p:txBody>
      </p:sp>
      <p:sp>
        <p:nvSpPr>
          <p:cNvPr id="38" name="Text Placeholder 33">
            <a:extLst>
              <a:ext uri="{FF2B5EF4-FFF2-40B4-BE49-F238E27FC236}">
                <a16:creationId xmlns:a16="http://schemas.microsoft.com/office/drawing/2014/main" id="{D248F5D4-4B8D-550C-33AD-B772BA8939F3}"/>
              </a:ext>
            </a:extLst>
          </p:cNvPr>
          <p:cNvSpPr>
            <a:spLocks noGrp="1"/>
          </p:cNvSpPr>
          <p:nvPr userDrawn="1">
            <p:ph type="body" sz="quarter" idx="14"/>
          </p:nvPr>
        </p:nvSpPr>
        <p:spPr>
          <a:xfrm>
            <a:off x="5129377" y="2825459"/>
            <a:ext cx="1828800" cy="2286000"/>
          </a:xfrm>
          <a:prstGeom prst="roundRect">
            <a:avLst/>
          </a:prstGeom>
          <a:solidFill>
            <a:srgbClr val="5F2528"/>
          </a:solidFill>
        </p:spPr>
        <p:txBody>
          <a:bodyPr lIns="182880" tIns="91440" rIns="182880" bIns="91440" anchor="ctr" anchorCtr="0">
            <a:noAutofit/>
          </a:bodyPr>
          <a:lstStyle>
            <a:lvl1pPr marL="0" indent="0" algn="ctr">
              <a:buFontTx/>
              <a:buNone/>
              <a:defRPr sz="1400">
                <a:solidFill>
                  <a:srgbClr val="E6E2D5"/>
                </a:solidFill>
              </a:defRPr>
            </a:lvl1pPr>
            <a:lvl2pPr marL="457200" indent="0">
              <a:buFontTx/>
              <a:buNone/>
              <a:defRPr sz="1400">
                <a:solidFill>
                  <a:srgbClr val="E6E2D5"/>
                </a:solidFill>
              </a:defRPr>
            </a:lvl2pPr>
            <a:lvl3pPr marL="914400" indent="0">
              <a:buFontTx/>
              <a:buNone/>
              <a:defRPr sz="1400">
                <a:solidFill>
                  <a:srgbClr val="E6E2D5"/>
                </a:solidFill>
              </a:defRPr>
            </a:lvl3pPr>
            <a:lvl4pPr marL="1371600" indent="0">
              <a:buFontTx/>
              <a:buNone/>
              <a:defRPr sz="1400">
                <a:solidFill>
                  <a:srgbClr val="E6E2D5"/>
                </a:solidFill>
              </a:defRPr>
            </a:lvl4pPr>
            <a:lvl5pPr marL="1828800" indent="0">
              <a:buFontTx/>
              <a:buNone/>
              <a:defRPr sz="1400">
                <a:solidFill>
                  <a:srgbClr val="E6E2D5"/>
                </a:solidFill>
              </a:defRPr>
            </a:lvl5pPr>
          </a:lstStyle>
          <a:p>
            <a:pPr lvl="0"/>
            <a:r>
              <a:rPr lang="en-US"/>
              <a:t>Click to edit Master text styles</a:t>
            </a:r>
          </a:p>
        </p:txBody>
      </p:sp>
      <p:sp>
        <p:nvSpPr>
          <p:cNvPr id="45" name="Text Placeholder 44">
            <a:extLst>
              <a:ext uri="{FF2B5EF4-FFF2-40B4-BE49-F238E27FC236}">
                <a16:creationId xmlns:a16="http://schemas.microsoft.com/office/drawing/2014/main" id="{5BBD9B0F-0BB4-8F90-65AD-12ECE9811E06}"/>
              </a:ext>
            </a:extLst>
          </p:cNvPr>
          <p:cNvSpPr>
            <a:spLocks noGrp="1"/>
          </p:cNvSpPr>
          <p:nvPr>
            <p:ph type="body" sz="quarter" idx="15" hasCustomPrompt="1"/>
          </p:nvPr>
        </p:nvSpPr>
        <p:spPr>
          <a:xfrm>
            <a:off x="1070621" y="1539918"/>
            <a:ext cx="1826194" cy="578494"/>
          </a:xfrm>
        </p:spPr>
        <p:txBody>
          <a:bodyPr anchor="b" anchorCtr="0">
            <a:noAutofit/>
          </a:bodyPr>
          <a:lstStyle>
            <a:lvl1pPr marL="0" indent="0" algn="ctr">
              <a:buFontTx/>
              <a:buNone/>
              <a:defRPr sz="1200" b="1">
                <a:solidFill>
                  <a:srgbClr val="003349"/>
                </a:solidFill>
              </a:defRPr>
            </a:lvl1pPr>
            <a:lvl2pPr marL="457200" indent="0">
              <a:buFontTx/>
              <a:buNone/>
              <a:defRPr sz="1400"/>
            </a:lvl2pPr>
            <a:lvl3pPr marL="914400" indent="0">
              <a:buFontTx/>
              <a:buNone/>
              <a:defRPr sz="1400"/>
            </a:lvl3pPr>
            <a:lvl4pPr marL="1371600" indent="0">
              <a:buFontTx/>
              <a:buNone/>
              <a:defRPr sz="1400"/>
            </a:lvl4pPr>
            <a:lvl5pPr marL="1828800" indent="0">
              <a:buFontTx/>
              <a:buNone/>
              <a:defRPr sz="1400"/>
            </a:lvl5pPr>
          </a:lstStyle>
          <a:p>
            <a:pPr lvl="0"/>
            <a:r>
              <a:rPr lang="en-US" dirty="0"/>
              <a:t>SUBHEAD ITEM 1</a:t>
            </a:r>
          </a:p>
        </p:txBody>
      </p:sp>
      <p:sp>
        <p:nvSpPr>
          <p:cNvPr id="46" name="Text Placeholder 44">
            <a:extLst>
              <a:ext uri="{FF2B5EF4-FFF2-40B4-BE49-F238E27FC236}">
                <a16:creationId xmlns:a16="http://schemas.microsoft.com/office/drawing/2014/main" id="{DCA30C5F-9D49-E3BE-10AA-0D0CCD756E5A}"/>
              </a:ext>
            </a:extLst>
          </p:cNvPr>
          <p:cNvSpPr>
            <a:spLocks noGrp="1"/>
          </p:cNvSpPr>
          <p:nvPr>
            <p:ph type="body" sz="quarter" idx="16" hasCustomPrompt="1"/>
          </p:nvPr>
        </p:nvSpPr>
        <p:spPr>
          <a:xfrm>
            <a:off x="3102550" y="1539918"/>
            <a:ext cx="1823700" cy="578494"/>
          </a:xfrm>
        </p:spPr>
        <p:txBody>
          <a:bodyPr anchor="b" anchorCtr="0">
            <a:noAutofit/>
          </a:bodyPr>
          <a:lstStyle>
            <a:lvl1pPr marL="0" indent="0" algn="ctr">
              <a:buFontTx/>
              <a:buNone/>
              <a:defRPr sz="1200" b="1">
                <a:solidFill>
                  <a:srgbClr val="003349"/>
                </a:solidFill>
              </a:defRPr>
            </a:lvl1pPr>
            <a:lvl2pPr marL="457200" indent="0">
              <a:buFontTx/>
              <a:buNone/>
              <a:defRPr sz="1400"/>
            </a:lvl2pPr>
            <a:lvl3pPr marL="914400" indent="0">
              <a:buFontTx/>
              <a:buNone/>
              <a:defRPr sz="1400"/>
            </a:lvl3pPr>
            <a:lvl4pPr marL="1371600" indent="0">
              <a:buFontTx/>
              <a:buNone/>
              <a:defRPr sz="1400"/>
            </a:lvl4pPr>
            <a:lvl5pPr marL="1828800" indent="0">
              <a:buFontTx/>
              <a:buNone/>
              <a:defRPr sz="1400"/>
            </a:lvl5pPr>
          </a:lstStyle>
          <a:p>
            <a:pPr lvl="0"/>
            <a:r>
              <a:rPr lang="en-US" dirty="0"/>
              <a:t>SUBHEAD ITEM 1</a:t>
            </a:r>
          </a:p>
        </p:txBody>
      </p:sp>
      <p:sp>
        <p:nvSpPr>
          <p:cNvPr id="47" name="Text Placeholder 44">
            <a:extLst>
              <a:ext uri="{FF2B5EF4-FFF2-40B4-BE49-F238E27FC236}">
                <a16:creationId xmlns:a16="http://schemas.microsoft.com/office/drawing/2014/main" id="{AC1DB186-7D5D-4ED7-BB9C-1FE211975832}"/>
              </a:ext>
            </a:extLst>
          </p:cNvPr>
          <p:cNvSpPr>
            <a:spLocks noGrp="1"/>
          </p:cNvSpPr>
          <p:nvPr>
            <p:ph type="body" sz="quarter" idx="17" hasCustomPrompt="1"/>
          </p:nvPr>
        </p:nvSpPr>
        <p:spPr>
          <a:xfrm>
            <a:off x="5129378" y="1539918"/>
            <a:ext cx="1823700" cy="578494"/>
          </a:xfrm>
        </p:spPr>
        <p:txBody>
          <a:bodyPr anchor="b" anchorCtr="0">
            <a:noAutofit/>
          </a:bodyPr>
          <a:lstStyle>
            <a:lvl1pPr marL="0" indent="0" algn="ctr">
              <a:buFontTx/>
              <a:buNone/>
              <a:defRPr sz="1200" b="1">
                <a:solidFill>
                  <a:srgbClr val="003349"/>
                </a:solidFill>
              </a:defRPr>
            </a:lvl1pPr>
            <a:lvl2pPr marL="457200" indent="0">
              <a:buFontTx/>
              <a:buNone/>
              <a:defRPr sz="1400"/>
            </a:lvl2pPr>
            <a:lvl3pPr marL="914400" indent="0">
              <a:buFontTx/>
              <a:buNone/>
              <a:defRPr sz="1400"/>
            </a:lvl3pPr>
            <a:lvl4pPr marL="1371600" indent="0">
              <a:buFontTx/>
              <a:buNone/>
              <a:defRPr sz="1400"/>
            </a:lvl4pPr>
            <a:lvl5pPr marL="1828800" indent="0">
              <a:buFontTx/>
              <a:buNone/>
              <a:defRPr sz="1400"/>
            </a:lvl5pPr>
          </a:lstStyle>
          <a:p>
            <a:pPr lvl="0"/>
            <a:r>
              <a:rPr lang="en-US" dirty="0"/>
              <a:t>SUBHEAD ITEM 1</a:t>
            </a:r>
          </a:p>
        </p:txBody>
      </p:sp>
      <p:sp>
        <p:nvSpPr>
          <p:cNvPr id="48" name="Text Placeholder 44">
            <a:extLst>
              <a:ext uri="{FF2B5EF4-FFF2-40B4-BE49-F238E27FC236}">
                <a16:creationId xmlns:a16="http://schemas.microsoft.com/office/drawing/2014/main" id="{D51992F4-1453-5DE9-6A90-C6CA1C6CE575}"/>
              </a:ext>
            </a:extLst>
          </p:cNvPr>
          <p:cNvSpPr>
            <a:spLocks noGrp="1"/>
          </p:cNvSpPr>
          <p:nvPr>
            <p:ph type="body" sz="quarter" idx="18" hasCustomPrompt="1"/>
          </p:nvPr>
        </p:nvSpPr>
        <p:spPr>
          <a:xfrm>
            <a:off x="7166405" y="1539918"/>
            <a:ext cx="1823698" cy="578494"/>
          </a:xfrm>
        </p:spPr>
        <p:txBody>
          <a:bodyPr anchor="b" anchorCtr="0">
            <a:noAutofit/>
          </a:bodyPr>
          <a:lstStyle>
            <a:lvl1pPr marL="0" indent="0" algn="ctr">
              <a:buFontTx/>
              <a:buNone/>
              <a:defRPr sz="1200" b="1">
                <a:solidFill>
                  <a:srgbClr val="003349"/>
                </a:solidFill>
              </a:defRPr>
            </a:lvl1pPr>
            <a:lvl2pPr marL="457200" indent="0">
              <a:buFontTx/>
              <a:buNone/>
              <a:defRPr sz="1400"/>
            </a:lvl2pPr>
            <a:lvl3pPr marL="914400" indent="0">
              <a:buFontTx/>
              <a:buNone/>
              <a:defRPr sz="1400"/>
            </a:lvl3pPr>
            <a:lvl4pPr marL="1371600" indent="0">
              <a:buFontTx/>
              <a:buNone/>
              <a:defRPr sz="1400"/>
            </a:lvl4pPr>
            <a:lvl5pPr marL="1828800" indent="0">
              <a:buFontTx/>
              <a:buNone/>
              <a:defRPr sz="1400"/>
            </a:lvl5pPr>
          </a:lstStyle>
          <a:p>
            <a:pPr lvl="0"/>
            <a:r>
              <a:rPr lang="en-US" dirty="0"/>
              <a:t>SUBHEAD ITEM 1</a:t>
            </a:r>
          </a:p>
        </p:txBody>
      </p:sp>
      <p:sp>
        <p:nvSpPr>
          <p:cNvPr id="49" name="Text Placeholder 44">
            <a:extLst>
              <a:ext uri="{FF2B5EF4-FFF2-40B4-BE49-F238E27FC236}">
                <a16:creationId xmlns:a16="http://schemas.microsoft.com/office/drawing/2014/main" id="{EDB69F76-6D69-DAC3-89E4-FE54A2EFAB74}"/>
              </a:ext>
            </a:extLst>
          </p:cNvPr>
          <p:cNvSpPr>
            <a:spLocks noGrp="1"/>
          </p:cNvSpPr>
          <p:nvPr>
            <p:ph type="body" sz="quarter" idx="19" hasCustomPrompt="1"/>
          </p:nvPr>
        </p:nvSpPr>
        <p:spPr>
          <a:xfrm>
            <a:off x="9198331" y="1539918"/>
            <a:ext cx="1823698" cy="578494"/>
          </a:xfrm>
        </p:spPr>
        <p:txBody>
          <a:bodyPr anchor="b" anchorCtr="0">
            <a:noAutofit/>
          </a:bodyPr>
          <a:lstStyle>
            <a:lvl1pPr marL="0" indent="0" algn="ctr">
              <a:buFontTx/>
              <a:buNone/>
              <a:defRPr sz="1200" b="1">
                <a:solidFill>
                  <a:srgbClr val="003349"/>
                </a:solidFill>
              </a:defRPr>
            </a:lvl1pPr>
            <a:lvl2pPr marL="457200" indent="0">
              <a:buFontTx/>
              <a:buNone/>
              <a:defRPr sz="1400"/>
            </a:lvl2pPr>
            <a:lvl3pPr marL="914400" indent="0">
              <a:buFontTx/>
              <a:buNone/>
              <a:defRPr sz="1400"/>
            </a:lvl3pPr>
            <a:lvl4pPr marL="1371600" indent="0">
              <a:buFontTx/>
              <a:buNone/>
              <a:defRPr sz="1400"/>
            </a:lvl4pPr>
            <a:lvl5pPr marL="1828800" indent="0">
              <a:buFontTx/>
              <a:buNone/>
              <a:defRPr sz="1400"/>
            </a:lvl5pPr>
          </a:lstStyle>
          <a:p>
            <a:pPr lvl="0"/>
            <a:r>
              <a:rPr lang="en-US" dirty="0"/>
              <a:t>SUBHEAD ITEM 1</a:t>
            </a:r>
          </a:p>
        </p:txBody>
      </p:sp>
      <p:cxnSp>
        <p:nvCxnSpPr>
          <p:cNvPr id="50" name="Straight Arrow Connector 49">
            <a:extLst>
              <a:ext uri="{FF2B5EF4-FFF2-40B4-BE49-F238E27FC236}">
                <a16:creationId xmlns:a16="http://schemas.microsoft.com/office/drawing/2014/main" id="{4D3A90C0-967C-88D8-A20F-D35424FBEFE4}"/>
              </a:ext>
            </a:extLst>
          </p:cNvPr>
          <p:cNvCxnSpPr>
            <a:cxnSpLocks/>
          </p:cNvCxnSpPr>
          <p:nvPr userDrawn="1"/>
        </p:nvCxnSpPr>
        <p:spPr>
          <a:xfrm flipV="1">
            <a:off x="2194560" y="2470899"/>
            <a:ext cx="1645920" cy="0"/>
          </a:xfrm>
          <a:prstGeom prst="straightConnector1">
            <a:avLst/>
          </a:prstGeom>
          <a:ln w="12700">
            <a:solidFill>
              <a:srgbClr val="D5CFC7"/>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735C8CA-5855-F160-A4C7-1A7C3050EB1A}"/>
              </a:ext>
            </a:extLst>
          </p:cNvPr>
          <p:cNvCxnSpPr>
            <a:cxnSpLocks/>
          </p:cNvCxnSpPr>
          <p:nvPr userDrawn="1"/>
        </p:nvCxnSpPr>
        <p:spPr>
          <a:xfrm flipV="1">
            <a:off x="4185920" y="2470899"/>
            <a:ext cx="1645920" cy="0"/>
          </a:xfrm>
          <a:prstGeom prst="straightConnector1">
            <a:avLst/>
          </a:prstGeom>
          <a:ln w="12700">
            <a:solidFill>
              <a:srgbClr val="D5CFC7"/>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4EE9548-2CD4-25A0-A366-922BB198C320}"/>
              </a:ext>
            </a:extLst>
          </p:cNvPr>
          <p:cNvCxnSpPr>
            <a:cxnSpLocks/>
          </p:cNvCxnSpPr>
          <p:nvPr userDrawn="1"/>
        </p:nvCxnSpPr>
        <p:spPr>
          <a:xfrm flipV="1">
            <a:off x="8267249" y="2470899"/>
            <a:ext cx="1645920" cy="0"/>
          </a:xfrm>
          <a:prstGeom prst="straightConnector1">
            <a:avLst/>
          </a:prstGeom>
          <a:ln w="12700">
            <a:solidFill>
              <a:srgbClr val="D5CFC7"/>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BA36649A-EF3F-A6B1-245A-F1A67B572AF5}"/>
              </a:ext>
            </a:extLst>
          </p:cNvPr>
          <p:cNvCxnSpPr>
            <a:cxnSpLocks/>
          </p:cNvCxnSpPr>
          <p:nvPr userDrawn="1"/>
        </p:nvCxnSpPr>
        <p:spPr>
          <a:xfrm flipV="1">
            <a:off x="10263689" y="2470899"/>
            <a:ext cx="731520" cy="0"/>
          </a:xfrm>
          <a:prstGeom prst="straightConnector1">
            <a:avLst/>
          </a:prstGeom>
          <a:ln w="12700">
            <a:solidFill>
              <a:srgbClr val="D5CFC7"/>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B1AACD9A-F0B1-861F-5624-B66908B3CE87}"/>
              </a:ext>
            </a:extLst>
          </p:cNvPr>
          <p:cNvCxnSpPr>
            <a:cxnSpLocks/>
          </p:cNvCxnSpPr>
          <p:nvPr userDrawn="1"/>
        </p:nvCxnSpPr>
        <p:spPr>
          <a:xfrm flipV="1">
            <a:off x="6215056" y="2470899"/>
            <a:ext cx="1645920" cy="0"/>
          </a:xfrm>
          <a:prstGeom prst="straightConnector1">
            <a:avLst/>
          </a:prstGeom>
          <a:ln w="12700">
            <a:solidFill>
              <a:srgbClr val="D5CFC7"/>
            </a:solidFill>
            <a:prstDash val="sysDot"/>
            <a:tailEnd type="none"/>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5D1EC90B-5434-7961-B9A2-ADFDC0DAD491}"/>
              </a:ext>
            </a:extLst>
          </p:cNvPr>
          <p:cNvGrpSpPr/>
          <p:nvPr userDrawn="1"/>
        </p:nvGrpSpPr>
        <p:grpSpPr>
          <a:xfrm>
            <a:off x="9992252" y="2118686"/>
            <a:ext cx="240957" cy="704088"/>
            <a:chOff x="9992252" y="2225233"/>
            <a:chExt cx="240957" cy="704088"/>
          </a:xfrm>
        </p:grpSpPr>
        <p:grpSp>
          <p:nvGrpSpPr>
            <p:cNvPr id="43" name="Group 42">
              <a:extLst>
                <a:ext uri="{FF2B5EF4-FFF2-40B4-BE49-F238E27FC236}">
                  <a16:creationId xmlns:a16="http://schemas.microsoft.com/office/drawing/2014/main" id="{2D5D1922-9945-10F4-8E48-F7B1061F71EE}"/>
                </a:ext>
              </a:extLst>
            </p:cNvPr>
            <p:cNvGrpSpPr/>
            <p:nvPr userDrawn="1"/>
          </p:nvGrpSpPr>
          <p:grpSpPr>
            <a:xfrm>
              <a:off x="9992252" y="2225233"/>
              <a:ext cx="240957" cy="457200"/>
              <a:chOff x="10195942" y="2225233"/>
              <a:chExt cx="240957" cy="457200"/>
            </a:xfrm>
          </p:grpSpPr>
          <p:cxnSp>
            <p:nvCxnSpPr>
              <p:cNvPr id="25" name="Straight Connector 24">
                <a:extLst>
                  <a:ext uri="{FF2B5EF4-FFF2-40B4-BE49-F238E27FC236}">
                    <a16:creationId xmlns:a16="http://schemas.microsoft.com/office/drawing/2014/main" id="{36143266-0157-4D41-C1B0-89F8DDB6F5E7}"/>
                  </a:ext>
                </a:extLst>
              </p:cNvPr>
              <p:cNvCxnSpPr>
                <a:cxnSpLocks/>
              </p:cNvCxnSpPr>
              <p:nvPr/>
            </p:nvCxnSpPr>
            <p:spPr>
              <a:xfrm>
                <a:off x="10316420" y="2225233"/>
                <a:ext cx="0" cy="201168"/>
              </a:xfrm>
              <a:prstGeom prst="line">
                <a:avLst/>
              </a:prstGeom>
              <a:ln w="12700">
                <a:solidFill>
                  <a:srgbClr val="D5CFC7"/>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0D79B34C-87D4-A86C-6C93-9AA0634DCB18}"/>
                  </a:ext>
                </a:extLst>
              </p:cNvPr>
              <p:cNvSpPr/>
              <p:nvPr/>
            </p:nvSpPr>
            <p:spPr>
              <a:xfrm>
                <a:off x="10195942" y="2453833"/>
                <a:ext cx="240957" cy="228600"/>
              </a:xfrm>
              <a:prstGeom prst="ellipse">
                <a:avLst/>
              </a:prstGeom>
              <a:solidFill>
                <a:srgbClr val="005C43">
                  <a:alpha val="60352"/>
                </a:srgb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dirty="0">
                  <a:solidFill>
                    <a:sysClr val="windowText" lastClr="000000"/>
                  </a:solidFill>
                </a:endParaRPr>
              </a:p>
            </p:txBody>
          </p:sp>
        </p:grpSp>
        <p:cxnSp>
          <p:nvCxnSpPr>
            <p:cNvPr id="55" name="Straight Connector 54">
              <a:extLst>
                <a:ext uri="{FF2B5EF4-FFF2-40B4-BE49-F238E27FC236}">
                  <a16:creationId xmlns:a16="http://schemas.microsoft.com/office/drawing/2014/main" id="{A6CD58CB-4FC6-3143-6286-635966165C05}"/>
                </a:ext>
              </a:extLst>
            </p:cNvPr>
            <p:cNvCxnSpPr>
              <a:cxnSpLocks/>
            </p:cNvCxnSpPr>
            <p:nvPr userDrawn="1"/>
          </p:nvCxnSpPr>
          <p:spPr>
            <a:xfrm>
              <a:off x="10110180" y="2709865"/>
              <a:ext cx="0" cy="219456"/>
            </a:xfrm>
            <a:prstGeom prst="line">
              <a:avLst/>
            </a:prstGeom>
            <a:ln w="12700">
              <a:solidFill>
                <a:srgbClr val="D5CFC7"/>
              </a:solidFill>
            </a:ln>
          </p:spPr>
          <p:style>
            <a:lnRef idx="1">
              <a:schemeClr val="accent1"/>
            </a:lnRef>
            <a:fillRef idx="0">
              <a:schemeClr val="accent1"/>
            </a:fillRef>
            <a:effectRef idx="0">
              <a:schemeClr val="accent1"/>
            </a:effectRef>
            <a:fontRef idx="minor">
              <a:schemeClr val="tx1"/>
            </a:fontRef>
          </p:style>
        </p:cxnSp>
      </p:grpSp>
      <p:sp>
        <p:nvSpPr>
          <p:cNvPr id="12" name="TextBox 11">
            <a:extLst>
              <a:ext uri="{FF2B5EF4-FFF2-40B4-BE49-F238E27FC236}">
                <a16:creationId xmlns:a16="http://schemas.microsoft.com/office/drawing/2014/main" id="{A6B34D52-B50A-D66F-E360-D417D72B5435}"/>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sp>
        <p:nvSpPr>
          <p:cNvPr id="3" name="Text Placeholder 6">
            <a:extLst>
              <a:ext uri="{FF2B5EF4-FFF2-40B4-BE49-F238E27FC236}">
                <a16:creationId xmlns:a16="http://schemas.microsoft.com/office/drawing/2014/main" id="{1F92E196-E737-4E2E-9CD8-16B32AB82C59}"/>
              </a:ext>
            </a:extLst>
          </p:cNvPr>
          <p:cNvSpPr>
            <a:spLocks noGrp="1"/>
          </p:cNvSpPr>
          <p:nvPr>
            <p:ph type="body" sz="quarter" idx="20"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7" name="Text Placeholder 8">
            <a:extLst>
              <a:ext uri="{FF2B5EF4-FFF2-40B4-BE49-F238E27FC236}">
                <a16:creationId xmlns:a16="http://schemas.microsoft.com/office/drawing/2014/main" id="{5BE38AB3-36E8-D93B-8DC9-819EC9FC8B21}"/>
              </a:ext>
            </a:extLst>
          </p:cNvPr>
          <p:cNvSpPr>
            <a:spLocks noGrp="1"/>
          </p:cNvSpPr>
          <p:nvPr>
            <p:ph type="body" sz="quarter" idx="2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10" name="Straight Connector 9">
            <a:extLst>
              <a:ext uri="{FF2B5EF4-FFF2-40B4-BE49-F238E27FC236}">
                <a16:creationId xmlns:a16="http://schemas.microsoft.com/office/drawing/2014/main" id="{70F3A5DB-793E-B56B-7CF1-4515E9BEDB55}"/>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48040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tistics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5584F5A-E306-46BA-B794-F39D51FEB088}"/>
              </a:ext>
            </a:extLst>
          </p:cNvPr>
          <p:cNvSpPr/>
          <p:nvPr userDrawn="1"/>
        </p:nvSpPr>
        <p:spPr>
          <a:xfrm>
            <a:off x="0" y="0"/>
            <a:ext cx="12192000" cy="6858000"/>
          </a:xfrm>
          <a:prstGeom prst="rect">
            <a:avLst/>
          </a:prstGeom>
          <a:solidFill>
            <a:srgbClr val="E6E2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black background with blue letters&#10;&#10;AI-generated content may be incorrect.">
            <a:extLst>
              <a:ext uri="{FF2B5EF4-FFF2-40B4-BE49-F238E27FC236}">
                <a16:creationId xmlns:a16="http://schemas.microsoft.com/office/drawing/2014/main" id="{DCC162EA-A07D-81ED-E741-B9DEDF0CDC6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7" name="Text Placeholder 6">
            <a:extLst>
              <a:ext uri="{FF2B5EF4-FFF2-40B4-BE49-F238E27FC236}">
                <a16:creationId xmlns:a16="http://schemas.microsoft.com/office/drawing/2014/main" id="{71832E9F-14D1-1CA6-9D01-49CD165C7A81}"/>
              </a:ext>
            </a:extLst>
          </p:cNvPr>
          <p:cNvSpPr>
            <a:spLocks noGrp="1"/>
          </p:cNvSpPr>
          <p:nvPr>
            <p:ph type="body" sz="quarter" idx="17"/>
          </p:nvPr>
        </p:nvSpPr>
        <p:spPr>
          <a:xfrm>
            <a:off x="838199" y="1786679"/>
            <a:ext cx="6253481" cy="3315253"/>
          </a:xfrm>
        </p:spPr>
        <p:txBody>
          <a:bodyPr>
            <a:normAutofit/>
          </a:bodyPr>
          <a:lstStyle>
            <a:lvl1pPr>
              <a:lnSpc>
                <a:spcPct val="100000"/>
              </a:lnSpc>
              <a:spcBef>
                <a:spcPts val="0"/>
              </a:spcBef>
              <a:spcAft>
                <a:spcPts val="1200"/>
              </a:spcAft>
              <a:defRPr sz="2000">
                <a:solidFill>
                  <a:srgbClr val="003349"/>
                </a:solidFill>
              </a:defRPr>
            </a:lvl1pPr>
          </a:lstStyle>
          <a:p>
            <a:pPr lvl="0"/>
            <a:r>
              <a:rPr lang="en-US"/>
              <a:t>Click to edit Master text styles</a:t>
            </a:r>
          </a:p>
        </p:txBody>
      </p:sp>
      <p:cxnSp>
        <p:nvCxnSpPr>
          <p:cNvPr id="12" name="Straight Connector 11">
            <a:extLst>
              <a:ext uri="{FF2B5EF4-FFF2-40B4-BE49-F238E27FC236}">
                <a16:creationId xmlns:a16="http://schemas.microsoft.com/office/drawing/2014/main" id="{732116FA-73AB-CE8D-1819-1473B779CD06}"/>
              </a:ext>
            </a:extLst>
          </p:cNvPr>
          <p:cNvCxnSpPr>
            <a:cxnSpLocks/>
          </p:cNvCxnSpPr>
          <p:nvPr userDrawn="1"/>
        </p:nvCxnSpPr>
        <p:spPr>
          <a:xfrm>
            <a:off x="8048625" y="3429000"/>
            <a:ext cx="3257563" cy="0"/>
          </a:xfrm>
          <a:prstGeom prst="line">
            <a:avLst/>
          </a:prstGeom>
          <a:ln w="12700">
            <a:solidFill>
              <a:srgbClr val="D5CFC7"/>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21A3C7E9-7297-C282-A083-EAB188CFD810}"/>
              </a:ext>
            </a:extLst>
          </p:cNvPr>
          <p:cNvSpPr>
            <a:spLocks noGrp="1"/>
          </p:cNvSpPr>
          <p:nvPr>
            <p:ph type="title"/>
          </p:nvPr>
        </p:nvSpPr>
        <p:spPr>
          <a:xfrm>
            <a:off x="838200" y="704256"/>
            <a:ext cx="10515600" cy="528315"/>
          </a:xfrm>
        </p:spPr>
        <p:txBody>
          <a:bodyPr>
            <a:noAutofit/>
          </a:bodyPr>
          <a:lstStyle>
            <a:lvl1pPr>
              <a:defRPr sz="3500">
                <a:solidFill>
                  <a:srgbClr val="003349"/>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C3BD9E37-5626-5547-B6B0-E3240D3D0DAB}"/>
              </a:ext>
            </a:extLst>
          </p:cNvPr>
          <p:cNvSpPr>
            <a:spLocks noGrp="1"/>
          </p:cNvSpPr>
          <p:nvPr>
            <p:ph type="body" sz="quarter" idx="18" hasCustomPrompt="1"/>
          </p:nvPr>
        </p:nvSpPr>
        <p:spPr>
          <a:xfrm>
            <a:off x="8048625" y="1671827"/>
            <a:ext cx="3017837" cy="931861"/>
          </a:xfrm>
        </p:spPr>
        <p:txBody>
          <a:bodyPr>
            <a:normAutofit/>
          </a:bodyPr>
          <a:lstStyle>
            <a:lvl1pPr marL="0" indent="0">
              <a:buFontTx/>
              <a:buNone/>
              <a:defRPr sz="7200" b="1" i="0">
                <a:solidFill>
                  <a:srgbClr val="003349"/>
                </a:solidFill>
                <a:latin typeface="Georgia" panose="02040502050405020303" pitchFamily="18"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XX</a:t>
            </a:r>
          </a:p>
        </p:txBody>
      </p:sp>
      <p:sp>
        <p:nvSpPr>
          <p:cNvPr id="18" name="Text Placeholder 17">
            <a:extLst>
              <a:ext uri="{FF2B5EF4-FFF2-40B4-BE49-F238E27FC236}">
                <a16:creationId xmlns:a16="http://schemas.microsoft.com/office/drawing/2014/main" id="{046A3E87-BCFA-16BC-77F4-5EE352173AED}"/>
              </a:ext>
            </a:extLst>
          </p:cNvPr>
          <p:cNvSpPr>
            <a:spLocks noGrp="1"/>
          </p:cNvSpPr>
          <p:nvPr>
            <p:ph type="body" sz="quarter" idx="19" hasCustomPrompt="1"/>
          </p:nvPr>
        </p:nvSpPr>
        <p:spPr>
          <a:xfrm>
            <a:off x="8048625" y="2918589"/>
            <a:ext cx="3017834" cy="320734"/>
          </a:xfrm>
        </p:spPr>
        <p:txBody>
          <a:bodyPr>
            <a:noAutofit/>
          </a:bodyPr>
          <a:lstStyle>
            <a:lvl1pPr marL="0" indent="0">
              <a:buFontTx/>
              <a:buNone/>
              <a:defRPr sz="1400" b="1">
                <a:solidFill>
                  <a:srgbClr val="003349"/>
                </a:solidFill>
              </a:defRPr>
            </a:lvl1pPr>
            <a:lvl2pPr marL="457200" indent="0">
              <a:buFontTx/>
              <a:buNone/>
              <a:defRPr sz="1600"/>
            </a:lvl2pPr>
            <a:lvl3pPr marL="914400" indent="0">
              <a:buFontTx/>
              <a:buNone/>
              <a:defRPr sz="1600"/>
            </a:lvl3pPr>
            <a:lvl4pPr marL="1371600" indent="0">
              <a:buFontTx/>
              <a:buNone/>
              <a:defRPr sz="1600"/>
            </a:lvl4pPr>
            <a:lvl5pPr marL="1828800" indent="0">
              <a:buFontTx/>
              <a:buNone/>
              <a:defRPr sz="1600"/>
            </a:lvl5pPr>
          </a:lstStyle>
          <a:p>
            <a:pPr lvl="0"/>
            <a:r>
              <a:rPr lang="en-US" dirty="0"/>
              <a:t>Statistic Info 2</a:t>
            </a:r>
          </a:p>
        </p:txBody>
      </p:sp>
      <p:sp>
        <p:nvSpPr>
          <p:cNvPr id="19" name="Text Placeholder 17">
            <a:extLst>
              <a:ext uri="{FF2B5EF4-FFF2-40B4-BE49-F238E27FC236}">
                <a16:creationId xmlns:a16="http://schemas.microsoft.com/office/drawing/2014/main" id="{E02A25AE-37AA-BE07-C1FA-6FD3B1717FB7}"/>
              </a:ext>
            </a:extLst>
          </p:cNvPr>
          <p:cNvSpPr>
            <a:spLocks noGrp="1"/>
          </p:cNvSpPr>
          <p:nvPr>
            <p:ph type="body" sz="quarter" idx="20" hasCustomPrompt="1"/>
          </p:nvPr>
        </p:nvSpPr>
        <p:spPr>
          <a:xfrm>
            <a:off x="8048624" y="2634168"/>
            <a:ext cx="3017837" cy="224052"/>
          </a:xfrm>
        </p:spPr>
        <p:txBody>
          <a:bodyPr>
            <a:noAutofit/>
          </a:bodyPr>
          <a:lstStyle>
            <a:lvl1pPr marL="0" indent="0">
              <a:buFontTx/>
              <a:buNone/>
              <a:defRPr sz="1400" b="0">
                <a:solidFill>
                  <a:srgbClr val="003349"/>
                </a:solidFill>
              </a:defRPr>
            </a:lvl1pPr>
            <a:lvl2pPr marL="457200" indent="0">
              <a:buFontTx/>
              <a:buNone/>
              <a:defRPr sz="1600"/>
            </a:lvl2pPr>
            <a:lvl3pPr marL="914400" indent="0">
              <a:buFontTx/>
              <a:buNone/>
              <a:defRPr sz="1600"/>
            </a:lvl3pPr>
            <a:lvl4pPr marL="1371600" indent="0">
              <a:buFontTx/>
              <a:buNone/>
              <a:defRPr sz="1600"/>
            </a:lvl4pPr>
            <a:lvl5pPr marL="1828800" indent="0">
              <a:buFontTx/>
              <a:buNone/>
              <a:defRPr sz="1600"/>
            </a:lvl5pPr>
          </a:lstStyle>
          <a:p>
            <a:pPr lvl="0"/>
            <a:r>
              <a:rPr lang="en-US" dirty="0"/>
              <a:t>Statistic Info 1</a:t>
            </a:r>
          </a:p>
        </p:txBody>
      </p:sp>
      <p:sp>
        <p:nvSpPr>
          <p:cNvPr id="20" name="Text Placeholder 15">
            <a:extLst>
              <a:ext uri="{FF2B5EF4-FFF2-40B4-BE49-F238E27FC236}">
                <a16:creationId xmlns:a16="http://schemas.microsoft.com/office/drawing/2014/main" id="{1B9835E2-1114-DA93-13E1-10CAF9D6882A}"/>
              </a:ext>
            </a:extLst>
          </p:cNvPr>
          <p:cNvSpPr>
            <a:spLocks noGrp="1"/>
          </p:cNvSpPr>
          <p:nvPr>
            <p:ph type="body" sz="quarter" idx="21" hasCustomPrompt="1"/>
          </p:nvPr>
        </p:nvSpPr>
        <p:spPr>
          <a:xfrm>
            <a:off x="8048625" y="3534439"/>
            <a:ext cx="3017837" cy="931861"/>
          </a:xfrm>
        </p:spPr>
        <p:txBody>
          <a:bodyPr>
            <a:normAutofit/>
          </a:bodyPr>
          <a:lstStyle>
            <a:lvl1pPr marL="0" indent="0">
              <a:buFontTx/>
              <a:buNone/>
              <a:defRPr sz="7200" b="1" i="0">
                <a:solidFill>
                  <a:srgbClr val="003349"/>
                </a:solidFill>
                <a:latin typeface="Georgia" panose="02040502050405020303" pitchFamily="18"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XX</a:t>
            </a:r>
          </a:p>
        </p:txBody>
      </p:sp>
      <p:sp>
        <p:nvSpPr>
          <p:cNvPr id="21" name="Text Placeholder 17">
            <a:extLst>
              <a:ext uri="{FF2B5EF4-FFF2-40B4-BE49-F238E27FC236}">
                <a16:creationId xmlns:a16="http://schemas.microsoft.com/office/drawing/2014/main" id="{87ECD2E1-D7C2-E350-9B01-F17E2AD6F812}"/>
              </a:ext>
            </a:extLst>
          </p:cNvPr>
          <p:cNvSpPr>
            <a:spLocks noGrp="1"/>
          </p:cNvSpPr>
          <p:nvPr>
            <p:ph type="body" sz="quarter" idx="22" hasCustomPrompt="1"/>
          </p:nvPr>
        </p:nvSpPr>
        <p:spPr>
          <a:xfrm>
            <a:off x="8048625" y="4781201"/>
            <a:ext cx="3017834" cy="320734"/>
          </a:xfrm>
        </p:spPr>
        <p:txBody>
          <a:bodyPr>
            <a:noAutofit/>
          </a:bodyPr>
          <a:lstStyle>
            <a:lvl1pPr marL="0" indent="0">
              <a:buFontTx/>
              <a:buNone/>
              <a:defRPr sz="1400" b="1">
                <a:solidFill>
                  <a:srgbClr val="003349"/>
                </a:solidFill>
              </a:defRPr>
            </a:lvl1pPr>
            <a:lvl2pPr marL="457200" indent="0">
              <a:buFontTx/>
              <a:buNone/>
              <a:defRPr sz="1600"/>
            </a:lvl2pPr>
            <a:lvl3pPr marL="914400" indent="0">
              <a:buFontTx/>
              <a:buNone/>
              <a:defRPr sz="1600"/>
            </a:lvl3pPr>
            <a:lvl4pPr marL="1371600" indent="0">
              <a:buFontTx/>
              <a:buNone/>
              <a:defRPr sz="1600"/>
            </a:lvl4pPr>
            <a:lvl5pPr marL="1828800" indent="0">
              <a:buFontTx/>
              <a:buNone/>
              <a:defRPr sz="1600"/>
            </a:lvl5pPr>
          </a:lstStyle>
          <a:p>
            <a:pPr lvl="0"/>
            <a:r>
              <a:rPr lang="en-US" dirty="0"/>
              <a:t>Statistic Info 2</a:t>
            </a:r>
          </a:p>
        </p:txBody>
      </p:sp>
      <p:sp>
        <p:nvSpPr>
          <p:cNvPr id="22" name="Text Placeholder 17">
            <a:extLst>
              <a:ext uri="{FF2B5EF4-FFF2-40B4-BE49-F238E27FC236}">
                <a16:creationId xmlns:a16="http://schemas.microsoft.com/office/drawing/2014/main" id="{9A786D49-36F3-3181-E782-305402A62499}"/>
              </a:ext>
            </a:extLst>
          </p:cNvPr>
          <p:cNvSpPr>
            <a:spLocks noGrp="1"/>
          </p:cNvSpPr>
          <p:nvPr>
            <p:ph type="body" sz="quarter" idx="23" hasCustomPrompt="1"/>
          </p:nvPr>
        </p:nvSpPr>
        <p:spPr>
          <a:xfrm>
            <a:off x="8048624" y="4496780"/>
            <a:ext cx="3017837" cy="224052"/>
          </a:xfrm>
        </p:spPr>
        <p:txBody>
          <a:bodyPr>
            <a:noAutofit/>
          </a:bodyPr>
          <a:lstStyle>
            <a:lvl1pPr marL="0" indent="0">
              <a:buFontTx/>
              <a:buNone/>
              <a:defRPr sz="1400" b="0">
                <a:solidFill>
                  <a:srgbClr val="003349"/>
                </a:solidFill>
              </a:defRPr>
            </a:lvl1pPr>
            <a:lvl2pPr marL="457200" indent="0">
              <a:buFontTx/>
              <a:buNone/>
              <a:defRPr sz="1600"/>
            </a:lvl2pPr>
            <a:lvl3pPr marL="914400" indent="0">
              <a:buFontTx/>
              <a:buNone/>
              <a:defRPr sz="1600"/>
            </a:lvl3pPr>
            <a:lvl4pPr marL="1371600" indent="0">
              <a:buFontTx/>
              <a:buNone/>
              <a:defRPr sz="1600"/>
            </a:lvl4pPr>
            <a:lvl5pPr marL="1828800" indent="0">
              <a:buFontTx/>
              <a:buNone/>
              <a:defRPr sz="1600"/>
            </a:lvl5pPr>
          </a:lstStyle>
          <a:p>
            <a:pPr lvl="0"/>
            <a:r>
              <a:rPr lang="en-US" dirty="0"/>
              <a:t>Statistic Info 1</a:t>
            </a:r>
          </a:p>
        </p:txBody>
      </p:sp>
      <p:cxnSp>
        <p:nvCxnSpPr>
          <p:cNvPr id="23" name="Straight Connector 22">
            <a:extLst>
              <a:ext uri="{FF2B5EF4-FFF2-40B4-BE49-F238E27FC236}">
                <a16:creationId xmlns:a16="http://schemas.microsoft.com/office/drawing/2014/main" id="{1236E94E-02C8-6EB9-F0BA-94BEF418095B}"/>
              </a:ext>
            </a:extLst>
          </p:cNvPr>
          <p:cNvCxnSpPr>
            <a:cxnSpLocks/>
          </p:cNvCxnSpPr>
          <p:nvPr userDrawn="1"/>
        </p:nvCxnSpPr>
        <p:spPr>
          <a:xfrm rot="16200000">
            <a:off x="5941371" y="3473150"/>
            <a:ext cx="3257563" cy="0"/>
          </a:xfrm>
          <a:prstGeom prst="line">
            <a:avLst/>
          </a:prstGeom>
          <a:ln w="12700">
            <a:solidFill>
              <a:srgbClr val="D5CFC7"/>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3C7D061-F7EF-5277-2F8A-1C8499068CB4}"/>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59626"/>
                  </a:srgbClr>
                </a:solidFill>
              </a:rPr>
              <a:t>Confidential. Internal Use Only.</a:t>
            </a:r>
          </a:p>
        </p:txBody>
      </p:sp>
      <p:sp>
        <p:nvSpPr>
          <p:cNvPr id="2" name="Text Placeholder 6">
            <a:extLst>
              <a:ext uri="{FF2B5EF4-FFF2-40B4-BE49-F238E27FC236}">
                <a16:creationId xmlns:a16="http://schemas.microsoft.com/office/drawing/2014/main" id="{82A60F10-88D4-BF30-EC5A-B0C8DDF85622}"/>
              </a:ext>
            </a:extLst>
          </p:cNvPr>
          <p:cNvSpPr>
            <a:spLocks noGrp="1"/>
          </p:cNvSpPr>
          <p:nvPr>
            <p:ph type="body" sz="quarter" idx="10"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3" name="Text Placeholder 8">
            <a:extLst>
              <a:ext uri="{FF2B5EF4-FFF2-40B4-BE49-F238E27FC236}">
                <a16:creationId xmlns:a16="http://schemas.microsoft.com/office/drawing/2014/main" id="{291BA625-6E36-3556-1BED-16C1C1E460B2}"/>
              </a:ext>
            </a:extLst>
          </p:cNvPr>
          <p:cNvSpPr>
            <a:spLocks noGrp="1"/>
          </p:cNvSpPr>
          <p:nvPr>
            <p:ph type="body" sz="quarter" idx="1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8" name="Straight Connector 7">
            <a:extLst>
              <a:ext uri="{FF2B5EF4-FFF2-40B4-BE49-F238E27FC236}">
                <a16:creationId xmlns:a16="http://schemas.microsoft.com/office/drawing/2014/main" id="{1030004F-27CE-C01B-841D-B888F8E9BB19}"/>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91468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pic>
        <p:nvPicPr>
          <p:cNvPr id="6" name="Picture 5" descr="A black background with blue letters&#10;&#10;AI-generated content may be incorrect.">
            <a:extLst>
              <a:ext uri="{FF2B5EF4-FFF2-40B4-BE49-F238E27FC236}">
                <a16:creationId xmlns:a16="http://schemas.microsoft.com/office/drawing/2014/main" id="{DCC162EA-A07D-81ED-E741-B9DEDF0CDC6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2731" y="5997301"/>
            <a:ext cx="1241069" cy="579710"/>
          </a:xfrm>
          <a:prstGeom prst="rect">
            <a:avLst/>
          </a:prstGeom>
        </p:spPr>
      </p:pic>
      <p:sp>
        <p:nvSpPr>
          <p:cNvPr id="7" name="TextBox 6">
            <a:extLst>
              <a:ext uri="{FF2B5EF4-FFF2-40B4-BE49-F238E27FC236}">
                <a16:creationId xmlns:a16="http://schemas.microsoft.com/office/drawing/2014/main" id="{FA3A7FB7-C924-03C7-95DB-2A90F6E80CC5}"/>
              </a:ext>
            </a:extLst>
          </p:cNvPr>
          <p:cNvSpPr txBox="1"/>
          <p:nvPr userDrawn="1"/>
        </p:nvSpPr>
        <p:spPr>
          <a:xfrm>
            <a:off x="8182098"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sp>
        <p:nvSpPr>
          <p:cNvPr id="2" name="Text Placeholder 6">
            <a:extLst>
              <a:ext uri="{FF2B5EF4-FFF2-40B4-BE49-F238E27FC236}">
                <a16:creationId xmlns:a16="http://schemas.microsoft.com/office/drawing/2014/main" id="{94C1C2F7-E510-98AF-6A14-3367B7F947B3}"/>
              </a:ext>
            </a:extLst>
          </p:cNvPr>
          <p:cNvSpPr>
            <a:spLocks noGrp="1"/>
          </p:cNvSpPr>
          <p:nvPr>
            <p:ph type="body" sz="quarter" idx="10"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8" name="Text Placeholder 8">
            <a:extLst>
              <a:ext uri="{FF2B5EF4-FFF2-40B4-BE49-F238E27FC236}">
                <a16:creationId xmlns:a16="http://schemas.microsoft.com/office/drawing/2014/main" id="{4B2C8565-68F9-7918-B5CD-1334385A25D1}"/>
              </a:ext>
            </a:extLst>
          </p:cNvPr>
          <p:cNvSpPr>
            <a:spLocks noGrp="1"/>
          </p:cNvSpPr>
          <p:nvPr>
            <p:ph type="body" sz="quarter" idx="1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9" name="Straight Connector 8">
            <a:extLst>
              <a:ext uri="{FF2B5EF4-FFF2-40B4-BE49-F238E27FC236}">
                <a16:creationId xmlns:a16="http://schemas.microsoft.com/office/drawing/2014/main" id="{4A3904D8-950F-5BCD-D3A2-D18281BA6DA7}"/>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30050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06823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Logo Lockup">
    <p:spTree>
      <p:nvGrpSpPr>
        <p:cNvPr id="1" name=""/>
        <p:cNvGrpSpPr/>
        <p:nvPr/>
      </p:nvGrpSpPr>
      <p:grpSpPr>
        <a:xfrm>
          <a:off x="0" y="0"/>
          <a:ext cx="0" cy="0"/>
          <a:chOff x="0" y="0"/>
          <a:chExt cx="0" cy="0"/>
        </a:xfrm>
      </p:grpSpPr>
      <p:pic>
        <p:nvPicPr>
          <p:cNvPr id="3" name="Picture 2" descr="A black background with blue text&#10;&#10;AI-generated content may be incorrect.">
            <a:extLst>
              <a:ext uri="{FF2B5EF4-FFF2-40B4-BE49-F238E27FC236}">
                <a16:creationId xmlns:a16="http://schemas.microsoft.com/office/drawing/2014/main" id="{6B3DFB3D-E765-0E98-50A8-425DD9D2148C}"/>
              </a:ext>
            </a:extLst>
          </p:cNvPr>
          <p:cNvPicPr>
            <a:picLocks noChangeAspect="1"/>
          </p:cNvPicPr>
          <p:nvPr userDrawn="1"/>
        </p:nvPicPr>
        <p:blipFill>
          <a:blip r:embed="rId2"/>
          <a:stretch>
            <a:fillRect/>
          </a:stretch>
        </p:blipFill>
        <p:spPr>
          <a:xfrm>
            <a:off x="4093210" y="4925218"/>
            <a:ext cx="4005580" cy="1496155"/>
          </a:xfrm>
          <a:prstGeom prst="rect">
            <a:avLst/>
          </a:prstGeom>
        </p:spPr>
      </p:pic>
    </p:spTree>
    <p:extLst>
      <p:ext uri="{BB962C8B-B14F-4D97-AF65-F5344CB8AC3E}">
        <p14:creationId xmlns:p14="http://schemas.microsoft.com/office/powerpoint/2010/main" val="5683932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ortfolio of Bran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A2D03-55F9-C506-BE89-94C29C3DE620}"/>
              </a:ext>
            </a:extLst>
          </p:cNvPr>
          <p:cNvSpPr>
            <a:spLocks noGrp="1"/>
          </p:cNvSpPr>
          <p:nvPr>
            <p:ph type="title"/>
          </p:nvPr>
        </p:nvSpPr>
        <p:spPr>
          <a:xfrm>
            <a:off x="838200" y="704256"/>
            <a:ext cx="10515600" cy="528315"/>
          </a:xfrm>
        </p:spPr>
        <p:txBody>
          <a:bodyPr>
            <a:noAutofit/>
          </a:bodyPr>
          <a:lstStyle>
            <a:lvl1pPr algn="ctr">
              <a:defRPr sz="3500">
                <a:solidFill>
                  <a:srgbClr val="003349"/>
                </a:solidFill>
              </a:defRPr>
            </a:lvl1pPr>
          </a:lstStyle>
          <a:p>
            <a:r>
              <a:rPr lang="en-US"/>
              <a:t>Click to edit Master title style</a:t>
            </a:r>
            <a:endParaRPr lang="en-US" dirty="0"/>
          </a:p>
        </p:txBody>
      </p:sp>
      <p:sp>
        <p:nvSpPr>
          <p:cNvPr id="10" name="TextBox 9">
            <a:extLst>
              <a:ext uri="{FF2B5EF4-FFF2-40B4-BE49-F238E27FC236}">
                <a16:creationId xmlns:a16="http://schemas.microsoft.com/office/drawing/2014/main" id="{D908EB62-C8B2-B90B-DA5D-1683175F8B18}"/>
              </a:ext>
            </a:extLst>
          </p:cNvPr>
          <p:cNvSpPr txBox="1"/>
          <p:nvPr userDrawn="1"/>
        </p:nvSpPr>
        <p:spPr>
          <a:xfrm>
            <a:off x="9816871"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sp>
        <p:nvSpPr>
          <p:cNvPr id="5" name="Text Placeholder 6">
            <a:extLst>
              <a:ext uri="{FF2B5EF4-FFF2-40B4-BE49-F238E27FC236}">
                <a16:creationId xmlns:a16="http://schemas.microsoft.com/office/drawing/2014/main" id="{D9175D1C-E934-4C1C-7707-A08C8EA44701}"/>
              </a:ext>
            </a:extLst>
          </p:cNvPr>
          <p:cNvSpPr>
            <a:spLocks noGrp="1"/>
          </p:cNvSpPr>
          <p:nvPr>
            <p:ph type="body" sz="quarter" idx="10" hasCustomPrompt="1"/>
          </p:nvPr>
        </p:nvSpPr>
        <p:spPr>
          <a:xfrm>
            <a:off x="1433109" y="6463064"/>
            <a:ext cx="6141620"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6" name="Text Placeholder 8">
            <a:extLst>
              <a:ext uri="{FF2B5EF4-FFF2-40B4-BE49-F238E27FC236}">
                <a16:creationId xmlns:a16="http://schemas.microsoft.com/office/drawing/2014/main" id="{278E6D91-A562-684C-305C-3D0E658E1408}"/>
              </a:ext>
            </a:extLst>
          </p:cNvPr>
          <p:cNvSpPr>
            <a:spLocks noGrp="1"/>
          </p:cNvSpPr>
          <p:nvPr>
            <p:ph type="body" sz="quarter" idx="1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7" name="Straight Connector 6">
            <a:extLst>
              <a:ext uri="{FF2B5EF4-FFF2-40B4-BE49-F238E27FC236}">
                <a16:creationId xmlns:a16="http://schemas.microsoft.com/office/drawing/2014/main" id="{DC15B08B-1D37-4D5C-24D6-B4B44413A5AB}"/>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pic>
        <p:nvPicPr>
          <p:cNvPr id="11" name="Picture 10" descr="A black background with blue text&#10;&#10;AI-generated content may be incorrect.">
            <a:extLst>
              <a:ext uri="{FF2B5EF4-FFF2-40B4-BE49-F238E27FC236}">
                <a16:creationId xmlns:a16="http://schemas.microsoft.com/office/drawing/2014/main" id="{79382A58-DFE8-161B-C546-D4E049F3148C}"/>
              </a:ext>
            </a:extLst>
          </p:cNvPr>
          <p:cNvPicPr>
            <a:picLocks noChangeAspect="1"/>
          </p:cNvPicPr>
          <p:nvPr userDrawn="1"/>
        </p:nvPicPr>
        <p:blipFill>
          <a:blip r:embed="rId2"/>
          <a:stretch>
            <a:fillRect/>
          </a:stretch>
        </p:blipFill>
        <p:spPr>
          <a:xfrm>
            <a:off x="2535069" y="2326386"/>
            <a:ext cx="7121862" cy="2660142"/>
          </a:xfrm>
          <a:prstGeom prst="rect">
            <a:avLst/>
          </a:prstGeom>
        </p:spPr>
      </p:pic>
    </p:spTree>
    <p:extLst>
      <p:ext uri="{BB962C8B-B14F-4D97-AF65-F5344CB8AC3E}">
        <p14:creationId xmlns:p14="http://schemas.microsoft.com/office/powerpoint/2010/main" val="40142588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47406-48CB-9EB1-B4C8-EBD96281DD46}"/>
              </a:ext>
            </a:extLst>
          </p:cNvPr>
          <p:cNvSpPr/>
          <p:nvPr userDrawn="1"/>
        </p:nvSpPr>
        <p:spPr>
          <a:xfrm>
            <a:off x="0" y="0"/>
            <a:ext cx="12192000" cy="6858000"/>
          </a:xfrm>
          <a:prstGeom prst="rect">
            <a:avLst/>
          </a:prstGeom>
          <a:solidFill>
            <a:srgbClr val="003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black and white logo&#10;&#10;AI-generated content may be incorrect.">
            <a:extLst>
              <a:ext uri="{FF2B5EF4-FFF2-40B4-BE49-F238E27FC236}">
                <a16:creationId xmlns:a16="http://schemas.microsoft.com/office/drawing/2014/main" id="{92D97000-B59C-BB9F-DC2F-9C6B6F56E2E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22800" y="2665426"/>
            <a:ext cx="2946400" cy="1376279"/>
          </a:xfrm>
          <a:prstGeom prst="rect">
            <a:avLst/>
          </a:prstGeom>
        </p:spPr>
      </p:pic>
      <p:sp>
        <p:nvSpPr>
          <p:cNvPr id="4" name="TextBox 3">
            <a:extLst>
              <a:ext uri="{FF2B5EF4-FFF2-40B4-BE49-F238E27FC236}">
                <a16:creationId xmlns:a16="http://schemas.microsoft.com/office/drawing/2014/main" id="{99F4B742-4A74-D778-1367-C3321D70B96E}"/>
              </a:ext>
            </a:extLst>
          </p:cNvPr>
          <p:cNvSpPr txBox="1"/>
          <p:nvPr userDrawn="1"/>
        </p:nvSpPr>
        <p:spPr>
          <a:xfrm>
            <a:off x="9816871" y="6483989"/>
            <a:ext cx="1562329" cy="123111"/>
          </a:xfrm>
          <a:prstGeom prst="rect">
            <a:avLst/>
          </a:prstGeom>
          <a:noFill/>
        </p:spPr>
        <p:txBody>
          <a:bodyPr wrap="square" lIns="0" tIns="0" rIns="0" bIns="0" rtlCol="0" anchor="b" anchorCtr="0">
            <a:spAutoFit/>
          </a:bodyPr>
          <a:lstStyle/>
          <a:p>
            <a:pPr algn="r"/>
            <a:r>
              <a:rPr lang="en-US" sz="800" dirty="0">
                <a:solidFill>
                  <a:srgbClr val="E6E2D5">
                    <a:alpha val="40000"/>
                  </a:srgbClr>
                </a:solidFill>
              </a:rPr>
              <a:t>Confidential. Internal Use Only.</a:t>
            </a:r>
          </a:p>
        </p:txBody>
      </p:sp>
    </p:spTree>
    <p:extLst>
      <p:ext uri="{BB962C8B-B14F-4D97-AF65-F5344CB8AC3E}">
        <p14:creationId xmlns:p14="http://schemas.microsoft.com/office/powerpoint/2010/main" val="24192545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England-Title Slide">
    <p:spTree>
      <p:nvGrpSpPr>
        <p:cNvPr id="1" name=""/>
        <p:cNvGrpSpPr/>
        <p:nvPr/>
      </p:nvGrpSpPr>
      <p:grpSpPr>
        <a:xfrm>
          <a:off x="0" y="0"/>
          <a:ext cx="0" cy="0"/>
          <a:chOff x="0" y="0"/>
          <a:chExt cx="0" cy="0"/>
        </a:xfrm>
      </p:grpSpPr>
      <p:pic>
        <p:nvPicPr>
          <p:cNvPr id="4" name="Picture 3" descr="A living room with a couch and coffee table&#10;&#10;AI-generated content may be incorrect.">
            <a:extLst>
              <a:ext uri="{FF2B5EF4-FFF2-40B4-BE49-F238E27FC236}">
                <a16:creationId xmlns:a16="http://schemas.microsoft.com/office/drawing/2014/main" id="{79D3801F-F8D7-F2EE-8261-1D18FA81A794}"/>
              </a:ext>
            </a:extLst>
          </p:cNvPr>
          <p:cNvPicPr>
            <a:picLocks noChangeAspect="1"/>
          </p:cNvPicPr>
          <p:nvPr userDrawn="1"/>
        </p:nvPicPr>
        <p:blipFill>
          <a:blip r:embed="rId2"/>
          <a:stretch>
            <a:fillRect/>
          </a:stretch>
        </p:blipFill>
        <p:spPr>
          <a:xfrm>
            <a:off x="0" y="0"/>
            <a:ext cx="12201755" cy="5719572"/>
          </a:xfrm>
          <a:prstGeom prst="rect">
            <a:avLst/>
          </a:prstGeom>
        </p:spPr>
      </p:pic>
      <p:pic>
        <p:nvPicPr>
          <p:cNvPr id="2" name="Picture 1">
            <a:extLst>
              <a:ext uri="{FF2B5EF4-FFF2-40B4-BE49-F238E27FC236}">
                <a16:creationId xmlns:a16="http://schemas.microsoft.com/office/drawing/2014/main" id="{41650C14-B625-C9C3-E5F8-D18BD33D0FFD}"/>
              </a:ext>
            </a:extLst>
          </p:cNvPr>
          <p:cNvPicPr>
            <a:picLocks noChangeAspect="1"/>
          </p:cNvPicPr>
          <p:nvPr userDrawn="1"/>
        </p:nvPicPr>
        <p:blipFill>
          <a:blip r:embed="rId3"/>
          <a:srcRect b="20877"/>
          <a:stretch>
            <a:fillRect/>
          </a:stretch>
        </p:blipFill>
        <p:spPr>
          <a:xfrm>
            <a:off x="0" y="3938418"/>
            <a:ext cx="12192000" cy="2919582"/>
          </a:xfrm>
          <a:prstGeom prst="rect">
            <a:avLst/>
          </a:prstGeom>
        </p:spPr>
      </p:pic>
      <p:grpSp>
        <p:nvGrpSpPr>
          <p:cNvPr id="20" name="Group 19">
            <a:extLst>
              <a:ext uri="{FF2B5EF4-FFF2-40B4-BE49-F238E27FC236}">
                <a16:creationId xmlns:a16="http://schemas.microsoft.com/office/drawing/2014/main" id="{899CCD23-4473-6834-5E59-0687A2976582}"/>
              </a:ext>
            </a:extLst>
          </p:cNvPr>
          <p:cNvGrpSpPr/>
          <p:nvPr userDrawn="1"/>
        </p:nvGrpSpPr>
        <p:grpSpPr>
          <a:xfrm>
            <a:off x="4604363" y="4366061"/>
            <a:ext cx="3074999" cy="602288"/>
            <a:chOff x="4604363" y="4366061"/>
            <a:chExt cx="3074999" cy="602288"/>
          </a:xfrm>
        </p:grpSpPr>
        <p:pic>
          <p:nvPicPr>
            <p:cNvPr id="17" name="Picture 16" descr="A black and white logo&#10;&#10;AI-generated content may be incorrect.">
              <a:extLst>
                <a:ext uri="{FF2B5EF4-FFF2-40B4-BE49-F238E27FC236}">
                  <a16:creationId xmlns:a16="http://schemas.microsoft.com/office/drawing/2014/main" id="{4F05BC82-E709-0CE0-7BD8-093C3D34D00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604363" y="4378861"/>
              <a:ext cx="1214250" cy="567182"/>
            </a:xfrm>
            <a:prstGeom prst="rect">
              <a:avLst/>
            </a:prstGeom>
          </p:spPr>
        </p:pic>
        <p:cxnSp>
          <p:nvCxnSpPr>
            <p:cNvPr id="18" name="Straight Connector 17">
              <a:extLst>
                <a:ext uri="{FF2B5EF4-FFF2-40B4-BE49-F238E27FC236}">
                  <a16:creationId xmlns:a16="http://schemas.microsoft.com/office/drawing/2014/main" id="{884A95B6-87ED-CC18-8EB4-93E6BD7049AA}"/>
                </a:ext>
              </a:extLst>
            </p:cNvPr>
            <p:cNvCxnSpPr/>
            <p:nvPr userDrawn="1"/>
          </p:nvCxnSpPr>
          <p:spPr>
            <a:xfrm>
              <a:off x="5970717" y="4366061"/>
              <a:ext cx="0" cy="602288"/>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pic>
          <p:nvPicPr>
            <p:cNvPr id="19" name="Picture 18" descr="A white text on a black background&#10;&#10;AI-generated content may be incorrect.">
              <a:extLst>
                <a:ext uri="{FF2B5EF4-FFF2-40B4-BE49-F238E27FC236}">
                  <a16:creationId xmlns:a16="http://schemas.microsoft.com/office/drawing/2014/main" id="{6932CB79-3EAB-969B-442E-B2591244950D}"/>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6172273" y="4483938"/>
              <a:ext cx="1507089" cy="442080"/>
            </a:xfrm>
            <a:prstGeom prst="rect">
              <a:avLst/>
            </a:prstGeom>
          </p:spPr>
        </p:pic>
      </p:grpSp>
      <p:sp>
        <p:nvSpPr>
          <p:cNvPr id="14" name="Title 1">
            <a:extLst>
              <a:ext uri="{FF2B5EF4-FFF2-40B4-BE49-F238E27FC236}">
                <a16:creationId xmlns:a16="http://schemas.microsoft.com/office/drawing/2014/main" id="{A38D8625-21D2-B643-963F-7835985841CA}"/>
              </a:ext>
            </a:extLst>
          </p:cNvPr>
          <p:cNvSpPr>
            <a:spLocks noGrp="1"/>
          </p:cNvSpPr>
          <p:nvPr>
            <p:ph type="ctrTitle"/>
          </p:nvPr>
        </p:nvSpPr>
        <p:spPr>
          <a:xfrm>
            <a:off x="-1" y="5265345"/>
            <a:ext cx="12192000" cy="649923"/>
          </a:xfrm>
        </p:spPr>
        <p:txBody>
          <a:bodyPr anchor="b">
            <a:noAutofit/>
          </a:bodyPr>
          <a:lstStyle>
            <a:lvl1pPr algn="ctr">
              <a:defRPr sz="3600" b="1" i="0">
                <a:solidFill>
                  <a:srgbClr val="E6E2D5"/>
                </a:solidFill>
                <a:latin typeface="Georgia" panose="02040502050405020303" pitchFamily="18" charset="0"/>
              </a:defRPr>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B25FDE69-869D-FF4A-9B8F-97F14A360177}"/>
              </a:ext>
            </a:extLst>
          </p:cNvPr>
          <p:cNvSpPr>
            <a:spLocks noGrp="1"/>
          </p:cNvSpPr>
          <p:nvPr>
            <p:ph type="subTitle" idx="1" hasCustomPrompt="1"/>
          </p:nvPr>
        </p:nvSpPr>
        <p:spPr>
          <a:xfrm>
            <a:off x="-1" y="5990623"/>
            <a:ext cx="12192000" cy="451802"/>
          </a:xfrm>
        </p:spPr>
        <p:txBody>
          <a:bodyPr>
            <a:normAutofit/>
          </a:bodyPr>
          <a:lstStyle>
            <a:lvl1pPr marL="0" indent="0" algn="ctr">
              <a:buNone/>
              <a:defRPr sz="1200" b="1" i="0" spc="200" baseline="0">
                <a:solidFill>
                  <a:srgbClr val="E6E2D5"/>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DATE</a:t>
            </a:r>
          </a:p>
        </p:txBody>
      </p:sp>
      <p:sp>
        <p:nvSpPr>
          <p:cNvPr id="6" name="TextBox 5">
            <a:extLst>
              <a:ext uri="{FF2B5EF4-FFF2-40B4-BE49-F238E27FC236}">
                <a16:creationId xmlns:a16="http://schemas.microsoft.com/office/drawing/2014/main" id="{76A0DC6F-D28D-A537-84CC-D8C8D59BACE2}"/>
              </a:ext>
            </a:extLst>
          </p:cNvPr>
          <p:cNvSpPr txBox="1"/>
          <p:nvPr userDrawn="1"/>
        </p:nvSpPr>
        <p:spPr>
          <a:xfrm>
            <a:off x="9816871" y="6483989"/>
            <a:ext cx="1562329" cy="123111"/>
          </a:xfrm>
          <a:prstGeom prst="rect">
            <a:avLst/>
          </a:prstGeom>
          <a:noFill/>
        </p:spPr>
        <p:txBody>
          <a:bodyPr wrap="square" lIns="0" tIns="0" rIns="0" bIns="0" rtlCol="0" anchor="b" anchorCtr="0">
            <a:spAutoFit/>
          </a:bodyPr>
          <a:lstStyle/>
          <a:p>
            <a:pPr algn="r"/>
            <a:r>
              <a:rPr lang="en-US" sz="800" dirty="0">
                <a:solidFill>
                  <a:srgbClr val="E6E2D5">
                    <a:alpha val="40000"/>
                  </a:srgbClr>
                </a:solidFill>
              </a:rPr>
              <a:t>Confidential. Internal Use Only.</a:t>
            </a:r>
          </a:p>
        </p:txBody>
      </p:sp>
    </p:spTree>
    <p:extLst>
      <p:ext uri="{BB962C8B-B14F-4D97-AF65-F5344CB8AC3E}">
        <p14:creationId xmlns:p14="http://schemas.microsoft.com/office/powerpoint/2010/main" val="37046296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Text White - Englan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35596BC-B0B1-9FF0-C032-EC81BF6AE8AD}"/>
              </a:ext>
            </a:extLst>
          </p:cNvPr>
          <p:cNvSpPr>
            <a:spLocks noGrp="1"/>
          </p:cNvSpPr>
          <p:nvPr>
            <p:ph type="title"/>
          </p:nvPr>
        </p:nvSpPr>
        <p:spPr>
          <a:xfrm>
            <a:off x="838200" y="1686877"/>
            <a:ext cx="10515600" cy="567936"/>
          </a:xfrm>
        </p:spPr>
        <p:txBody>
          <a:bodyPr>
            <a:noAutofit/>
          </a:bodyPr>
          <a:lstStyle>
            <a:lvl1pPr>
              <a:defRPr sz="3500" b="1">
                <a:solidFill>
                  <a:srgbClr val="003349"/>
                </a:solidFill>
                <a:latin typeface="Georgia" panose="02040502050405020303" pitchFamily="18" charset="0"/>
              </a:defRPr>
            </a:lvl1pPr>
          </a:lstStyle>
          <a:p>
            <a:r>
              <a:rPr lang="en-US"/>
              <a:t>Click to edit Master title style</a:t>
            </a:r>
            <a:endParaRPr lang="en-US" dirty="0"/>
          </a:p>
        </p:txBody>
      </p:sp>
      <p:sp>
        <p:nvSpPr>
          <p:cNvPr id="5" name="Content Placeholder 2">
            <a:extLst>
              <a:ext uri="{FF2B5EF4-FFF2-40B4-BE49-F238E27FC236}">
                <a16:creationId xmlns:a16="http://schemas.microsoft.com/office/drawing/2014/main" id="{5A2711B4-565B-93F2-9E41-C5B131AF18C3}"/>
              </a:ext>
            </a:extLst>
          </p:cNvPr>
          <p:cNvSpPr>
            <a:spLocks noGrp="1"/>
          </p:cNvSpPr>
          <p:nvPr>
            <p:ph idx="1"/>
          </p:nvPr>
        </p:nvSpPr>
        <p:spPr>
          <a:xfrm>
            <a:off x="838200" y="2480077"/>
            <a:ext cx="10515600" cy="2681203"/>
          </a:xfrm>
        </p:spPr>
        <p:txBody>
          <a:bodyPr>
            <a:normAutofit/>
          </a:bodyPr>
          <a:lstStyle>
            <a:lvl1pPr>
              <a:spcBef>
                <a:spcPts val="0"/>
              </a:spcBef>
              <a:spcAft>
                <a:spcPts val="1200"/>
              </a:spcAft>
              <a:defRPr sz="1400" b="0" i="0">
                <a:solidFill>
                  <a:srgbClr val="003349"/>
                </a:solidFill>
                <a:latin typeface="Arial" panose="020B0604020202020204" pitchFamily="34" charset="0"/>
                <a:cs typeface="Arial" panose="020B0604020202020204" pitchFamily="34" charset="0"/>
              </a:defRPr>
            </a:lvl1pPr>
            <a:lvl2pPr>
              <a:spcBef>
                <a:spcPts val="0"/>
              </a:spcBef>
              <a:spcAft>
                <a:spcPts val="1200"/>
              </a:spcAft>
              <a:defRPr sz="1400" b="0" i="0">
                <a:solidFill>
                  <a:srgbClr val="003349"/>
                </a:solidFill>
                <a:latin typeface="Arial" panose="020B0604020202020204" pitchFamily="34" charset="0"/>
                <a:cs typeface="Arial" panose="020B0604020202020204" pitchFamily="34" charset="0"/>
              </a:defRPr>
            </a:lvl2pPr>
            <a:lvl3pPr>
              <a:spcBef>
                <a:spcPts val="0"/>
              </a:spcBef>
              <a:spcAft>
                <a:spcPts val="1200"/>
              </a:spcAft>
              <a:defRPr sz="1400" b="0" i="0">
                <a:solidFill>
                  <a:srgbClr val="003349"/>
                </a:solidFill>
                <a:latin typeface="Arial" panose="020B0604020202020204" pitchFamily="34" charset="0"/>
                <a:cs typeface="Arial" panose="020B0604020202020204" pitchFamily="34" charset="0"/>
              </a:defRPr>
            </a:lvl3pPr>
            <a:lvl4pPr>
              <a:spcBef>
                <a:spcPts val="0"/>
              </a:spcBef>
              <a:spcAft>
                <a:spcPts val="1200"/>
              </a:spcAft>
              <a:defRPr sz="1400" b="0" i="0">
                <a:solidFill>
                  <a:srgbClr val="003349"/>
                </a:solidFill>
                <a:latin typeface="Arial" panose="020B0604020202020204" pitchFamily="34" charset="0"/>
                <a:cs typeface="Arial" panose="020B0604020202020204" pitchFamily="34" charset="0"/>
              </a:defRPr>
            </a:lvl4pPr>
            <a:lvl5pPr>
              <a:spcBef>
                <a:spcPts val="0"/>
              </a:spcBef>
              <a:spcAft>
                <a:spcPts val="1200"/>
              </a:spcAft>
              <a:defRPr sz="1400" b="0" i="0">
                <a:solidFill>
                  <a:srgbClr val="003349"/>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descr="A black background with blue letters&#10;&#10;AI-generated content may be incorrect.">
            <a:extLst>
              <a:ext uri="{FF2B5EF4-FFF2-40B4-BE49-F238E27FC236}">
                <a16:creationId xmlns:a16="http://schemas.microsoft.com/office/drawing/2014/main" id="{F8A7AEBB-4F8A-223B-8178-4DD5D99ADEF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314361" y="5997301"/>
            <a:ext cx="1241069" cy="579710"/>
          </a:xfrm>
          <a:prstGeom prst="rect">
            <a:avLst/>
          </a:prstGeom>
        </p:spPr>
      </p:pic>
      <p:sp>
        <p:nvSpPr>
          <p:cNvPr id="8" name="Text Placeholder 6">
            <a:extLst>
              <a:ext uri="{FF2B5EF4-FFF2-40B4-BE49-F238E27FC236}">
                <a16:creationId xmlns:a16="http://schemas.microsoft.com/office/drawing/2014/main" id="{183A897D-03A2-D0DB-B931-DE4F0A626EE6}"/>
              </a:ext>
            </a:extLst>
          </p:cNvPr>
          <p:cNvSpPr>
            <a:spLocks noGrp="1"/>
          </p:cNvSpPr>
          <p:nvPr>
            <p:ph type="body" sz="quarter" idx="10" hasCustomPrompt="1"/>
          </p:nvPr>
        </p:nvSpPr>
        <p:spPr>
          <a:xfrm>
            <a:off x="1433109" y="6463064"/>
            <a:ext cx="4745862"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9" name="Text Placeholder 8">
            <a:extLst>
              <a:ext uri="{FF2B5EF4-FFF2-40B4-BE49-F238E27FC236}">
                <a16:creationId xmlns:a16="http://schemas.microsoft.com/office/drawing/2014/main" id="{1658D2A5-7FE7-00DD-CBEB-5747AA8EBF3D}"/>
              </a:ext>
            </a:extLst>
          </p:cNvPr>
          <p:cNvSpPr>
            <a:spLocks noGrp="1"/>
          </p:cNvSpPr>
          <p:nvPr>
            <p:ph type="body" sz="quarter" idx="1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11" name="Straight Connector 10">
            <a:extLst>
              <a:ext uri="{FF2B5EF4-FFF2-40B4-BE49-F238E27FC236}">
                <a16:creationId xmlns:a16="http://schemas.microsoft.com/office/drawing/2014/main" id="{82515A7C-903A-A202-9766-521E44A9C75E}"/>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8AAAF1A-42EF-8DF3-C841-64816CFEB3F9}"/>
              </a:ext>
            </a:extLst>
          </p:cNvPr>
          <p:cNvSpPr txBox="1"/>
          <p:nvPr userDrawn="1"/>
        </p:nvSpPr>
        <p:spPr>
          <a:xfrm>
            <a:off x="6373831"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pic>
        <p:nvPicPr>
          <p:cNvPr id="3" name="Picture 2" descr="A blue text on a black background&#10;&#10;AI-generated content may be incorrect.">
            <a:extLst>
              <a:ext uri="{FF2B5EF4-FFF2-40B4-BE49-F238E27FC236}">
                <a16:creationId xmlns:a16="http://schemas.microsoft.com/office/drawing/2014/main" id="{E838866D-6B10-5F3E-DEA8-C4A87F6EF65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49269" y="6113512"/>
            <a:ext cx="1404531" cy="417814"/>
          </a:xfrm>
          <a:prstGeom prst="rect">
            <a:avLst/>
          </a:prstGeom>
        </p:spPr>
      </p:pic>
      <p:cxnSp>
        <p:nvCxnSpPr>
          <p:cNvPr id="7" name="Straight Connector 6">
            <a:extLst>
              <a:ext uri="{FF2B5EF4-FFF2-40B4-BE49-F238E27FC236}">
                <a16:creationId xmlns:a16="http://schemas.microsoft.com/office/drawing/2014/main" id="{6AB34E8F-6182-CD53-CA77-F8A3FA1433AF}"/>
              </a:ext>
            </a:extLst>
          </p:cNvPr>
          <p:cNvCxnSpPr/>
          <p:nvPr userDrawn="1"/>
        </p:nvCxnSpPr>
        <p:spPr>
          <a:xfrm>
            <a:off x="9708423" y="5997301"/>
            <a:ext cx="0" cy="602288"/>
          </a:xfrm>
          <a:prstGeom prst="line">
            <a:avLst/>
          </a:prstGeom>
          <a:ln w="6350">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67966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Round Image - Engla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6C4C1-0A4D-4448-8B3A-2BCBE753E4CC}"/>
              </a:ext>
            </a:extLst>
          </p:cNvPr>
          <p:cNvSpPr>
            <a:spLocks noGrp="1"/>
          </p:cNvSpPr>
          <p:nvPr>
            <p:ph type="title"/>
          </p:nvPr>
        </p:nvSpPr>
        <p:spPr>
          <a:xfrm>
            <a:off x="838200" y="685759"/>
            <a:ext cx="10515600" cy="553633"/>
          </a:xfrm>
        </p:spPr>
        <p:txBody>
          <a:bodyPr>
            <a:normAutofit/>
          </a:bodyPr>
          <a:lstStyle>
            <a:lvl1pPr>
              <a:defRPr sz="3500">
                <a:solidFill>
                  <a:srgbClr val="003349"/>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75FAEAE3-60A3-1846-BB1D-BEAFA3EDADA4}"/>
              </a:ext>
            </a:extLst>
          </p:cNvPr>
          <p:cNvSpPr>
            <a:spLocks noGrp="1"/>
          </p:cNvSpPr>
          <p:nvPr>
            <p:ph sz="half" idx="2"/>
          </p:nvPr>
        </p:nvSpPr>
        <p:spPr>
          <a:xfrm>
            <a:off x="4340994" y="1740936"/>
            <a:ext cx="7012806" cy="3139348"/>
          </a:xfrm>
        </p:spPr>
        <p:txBody>
          <a:bodyPr anchor="ctr" anchorCtr="0">
            <a:normAutofit/>
          </a:bodyPr>
          <a:lstStyle>
            <a:lvl1pPr>
              <a:spcBef>
                <a:spcPts val="0"/>
              </a:spcBef>
              <a:spcAft>
                <a:spcPts val="1200"/>
              </a:spcAft>
              <a:defRPr sz="1400">
                <a:solidFill>
                  <a:srgbClr val="003349"/>
                </a:solidFill>
              </a:defRPr>
            </a:lvl1pPr>
            <a:lvl2pPr>
              <a:spcBef>
                <a:spcPts val="0"/>
              </a:spcBef>
              <a:spcAft>
                <a:spcPts val="1200"/>
              </a:spcAft>
              <a:defRPr sz="1400">
                <a:solidFill>
                  <a:srgbClr val="003349"/>
                </a:solidFill>
              </a:defRPr>
            </a:lvl2pPr>
            <a:lvl3pPr>
              <a:spcBef>
                <a:spcPts val="0"/>
              </a:spcBef>
              <a:spcAft>
                <a:spcPts val="1200"/>
              </a:spcAft>
              <a:defRPr sz="1400">
                <a:solidFill>
                  <a:srgbClr val="003349"/>
                </a:solidFill>
              </a:defRPr>
            </a:lvl3pPr>
            <a:lvl4pPr>
              <a:spcBef>
                <a:spcPts val="0"/>
              </a:spcBef>
              <a:spcAft>
                <a:spcPts val="1200"/>
              </a:spcAft>
              <a:defRPr sz="1400">
                <a:solidFill>
                  <a:srgbClr val="003349"/>
                </a:solidFill>
              </a:defRPr>
            </a:lvl4pPr>
            <a:lvl5pPr>
              <a:spcBef>
                <a:spcPts val="0"/>
              </a:spcBef>
              <a:spcAft>
                <a:spcPts val="1200"/>
              </a:spcAft>
              <a:defRPr sz="1400">
                <a:solidFill>
                  <a:srgbClr val="00334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68928FDA-CB4F-4C15-C6C8-FFC3C1AC7D40}"/>
              </a:ext>
            </a:extLst>
          </p:cNvPr>
          <p:cNvSpPr>
            <a:spLocks noGrp="1"/>
          </p:cNvSpPr>
          <p:nvPr>
            <p:ph type="pic" sz="quarter" idx="10"/>
          </p:nvPr>
        </p:nvSpPr>
        <p:spPr>
          <a:xfrm>
            <a:off x="838199" y="1695132"/>
            <a:ext cx="3185153" cy="3185152"/>
          </a:xfrm>
          <a:prstGeom prst="ellipse">
            <a:avLst/>
          </a:prstGeom>
        </p:spPr>
        <p:txBody>
          <a:bodyPr/>
          <a:lstStyle/>
          <a:p>
            <a:r>
              <a:rPr lang="en-US"/>
              <a:t>Click icon to add picture</a:t>
            </a:r>
            <a:endParaRPr lang="en-US" dirty="0"/>
          </a:p>
        </p:txBody>
      </p:sp>
      <p:pic>
        <p:nvPicPr>
          <p:cNvPr id="3" name="Picture 2" descr="A black background with blue letters&#10;&#10;AI-generated content may be incorrect.">
            <a:extLst>
              <a:ext uri="{FF2B5EF4-FFF2-40B4-BE49-F238E27FC236}">
                <a16:creationId xmlns:a16="http://schemas.microsoft.com/office/drawing/2014/main" id="{B76C382A-46A0-E935-0063-E91E3911C05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314361" y="5997301"/>
            <a:ext cx="1241069" cy="579710"/>
          </a:xfrm>
          <a:prstGeom prst="rect">
            <a:avLst/>
          </a:prstGeom>
        </p:spPr>
      </p:pic>
      <p:sp>
        <p:nvSpPr>
          <p:cNvPr id="5" name="Text Placeholder 6">
            <a:extLst>
              <a:ext uri="{FF2B5EF4-FFF2-40B4-BE49-F238E27FC236}">
                <a16:creationId xmlns:a16="http://schemas.microsoft.com/office/drawing/2014/main" id="{E145ADE2-1EE7-877D-F7FF-750BC4FE59EB}"/>
              </a:ext>
            </a:extLst>
          </p:cNvPr>
          <p:cNvSpPr>
            <a:spLocks noGrp="1"/>
          </p:cNvSpPr>
          <p:nvPr>
            <p:ph type="body" sz="quarter" idx="11" hasCustomPrompt="1"/>
          </p:nvPr>
        </p:nvSpPr>
        <p:spPr>
          <a:xfrm>
            <a:off x="1433109" y="6463064"/>
            <a:ext cx="4745862"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6" name="Text Placeholder 8">
            <a:extLst>
              <a:ext uri="{FF2B5EF4-FFF2-40B4-BE49-F238E27FC236}">
                <a16:creationId xmlns:a16="http://schemas.microsoft.com/office/drawing/2014/main" id="{2259DF4F-6A95-D28C-B9E5-2F1236706986}"/>
              </a:ext>
            </a:extLst>
          </p:cNvPr>
          <p:cNvSpPr>
            <a:spLocks noGrp="1"/>
          </p:cNvSpPr>
          <p:nvPr>
            <p:ph type="body" sz="quarter" idx="12"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7" name="Straight Connector 6">
            <a:extLst>
              <a:ext uri="{FF2B5EF4-FFF2-40B4-BE49-F238E27FC236}">
                <a16:creationId xmlns:a16="http://schemas.microsoft.com/office/drawing/2014/main" id="{BBE1EA39-308F-D2DD-B997-2EE3D86CF260}"/>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AA0E56F-C303-A516-7738-908ADB711E8E}"/>
              </a:ext>
            </a:extLst>
          </p:cNvPr>
          <p:cNvSpPr txBox="1"/>
          <p:nvPr userDrawn="1"/>
        </p:nvSpPr>
        <p:spPr>
          <a:xfrm>
            <a:off x="6373831"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pic>
        <p:nvPicPr>
          <p:cNvPr id="11" name="Picture 10" descr="A blue text on a black background&#10;&#10;AI-generated content may be incorrect.">
            <a:extLst>
              <a:ext uri="{FF2B5EF4-FFF2-40B4-BE49-F238E27FC236}">
                <a16:creationId xmlns:a16="http://schemas.microsoft.com/office/drawing/2014/main" id="{D8EFCE4A-DFE7-898C-3FB3-23B4AE873AB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49269" y="6113512"/>
            <a:ext cx="1404531" cy="417814"/>
          </a:xfrm>
          <a:prstGeom prst="rect">
            <a:avLst/>
          </a:prstGeom>
        </p:spPr>
      </p:pic>
      <p:cxnSp>
        <p:nvCxnSpPr>
          <p:cNvPr id="16" name="Straight Connector 15">
            <a:extLst>
              <a:ext uri="{FF2B5EF4-FFF2-40B4-BE49-F238E27FC236}">
                <a16:creationId xmlns:a16="http://schemas.microsoft.com/office/drawing/2014/main" id="{39D5B386-F289-357E-E7FA-AB6E4D9D71B8}"/>
              </a:ext>
            </a:extLst>
          </p:cNvPr>
          <p:cNvCxnSpPr/>
          <p:nvPr userDrawn="1"/>
        </p:nvCxnSpPr>
        <p:spPr>
          <a:xfrm>
            <a:off x="9708423" y="5997301"/>
            <a:ext cx="0" cy="602288"/>
          </a:xfrm>
          <a:prstGeom prst="line">
            <a:avLst/>
          </a:prstGeom>
          <a:ln w="6350">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24181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Text White - England">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EFB1B29A-0BB1-AE1E-9B65-AD2B2B9BBF9E}"/>
              </a:ext>
            </a:extLst>
          </p:cNvPr>
          <p:cNvSpPr>
            <a:spLocks noGrp="1"/>
          </p:cNvSpPr>
          <p:nvPr>
            <p:ph type="pic" sz="quarter" idx="10"/>
          </p:nvPr>
        </p:nvSpPr>
        <p:spPr>
          <a:xfrm>
            <a:off x="0" y="541287"/>
            <a:ext cx="6323421" cy="6331150"/>
          </a:xfrm>
          <a:custGeom>
            <a:avLst/>
            <a:gdLst>
              <a:gd name="connsiteX0" fmla="*/ 2211198 w 6323421"/>
              <a:gd name="connsiteY0" fmla="*/ 247 h 6331150"/>
              <a:gd name="connsiteX1" fmla="*/ 2598822 w 6323421"/>
              <a:gd name="connsiteY1" fmla="*/ 16978 h 6331150"/>
              <a:gd name="connsiteX2" fmla="*/ 5168767 w 6323421"/>
              <a:gd name="connsiteY2" fmla="*/ 1258635 h 6331150"/>
              <a:gd name="connsiteX3" fmla="*/ 6237171 w 6323421"/>
              <a:gd name="connsiteY3" fmla="*/ 3443570 h 6331150"/>
              <a:gd name="connsiteX4" fmla="*/ 6227545 w 6323421"/>
              <a:gd name="connsiteY4" fmla="*/ 6331150 h 6331150"/>
              <a:gd name="connsiteX5" fmla="*/ 0 w 6323421"/>
              <a:gd name="connsiteY5" fmla="*/ 6331150 h 6331150"/>
              <a:gd name="connsiteX6" fmla="*/ 0 w 6323421"/>
              <a:gd name="connsiteY6" fmla="*/ 546367 h 6331150"/>
              <a:gd name="connsiteX7" fmla="*/ 2211198 w 6323421"/>
              <a:gd name="connsiteY7" fmla="*/ 247 h 63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23421" h="6331150">
                <a:moveTo>
                  <a:pt x="2211198" y="247"/>
                </a:moveTo>
                <a:cubicBezTo>
                  <a:pt x="2334829" y="1437"/>
                  <a:pt x="2463667" y="6952"/>
                  <a:pt x="2598822" y="16978"/>
                </a:cubicBezTo>
                <a:cubicBezTo>
                  <a:pt x="3686477" y="158148"/>
                  <a:pt x="4321744" y="491823"/>
                  <a:pt x="5168767" y="1258635"/>
                </a:cubicBezTo>
                <a:cubicBezTo>
                  <a:pt x="5707781" y="1816900"/>
                  <a:pt x="6121668" y="2644673"/>
                  <a:pt x="6237171" y="3443570"/>
                </a:cubicBezTo>
                <a:cubicBezTo>
                  <a:pt x="6397591" y="4043545"/>
                  <a:pt x="6298131" y="5384666"/>
                  <a:pt x="6227545" y="6331150"/>
                </a:cubicBezTo>
                <a:lnTo>
                  <a:pt x="0" y="6331150"/>
                </a:lnTo>
                <a:lnTo>
                  <a:pt x="0" y="546367"/>
                </a:lnTo>
                <a:cubicBezTo>
                  <a:pt x="735530" y="195446"/>
                  <a:pt x="1345783" y="-8087"/>
                  <a:pt x="2211198" y="247"/>
                </a:cubicBezTo>
                <a:close/>
              </a:path>
            </a:pathLst>
          </a:custGeom>
        </p:spPr>
        <p:txBody>
          <a:bodyPr wrap="square" anchor="ctr" anchorCtr="0">
            <a:noAutofit/>
          </a:bodyPr>
          <a:lstStyle/>
          <a:p>
            <a:r>
              <a:rPr lang="en-US"/>
              <a:t>Click icon to add picture</a:t>
            </a:r>
            <a:endParaRPr lang="en-US" dirty="0"/>
          </a:p>
        </p:txBody>
      </p:sp>
      <p:sp>
        <p:nvSpPr>
          <p:cNvPr id="5" name="Title 1">
            <a:extLst>
              <a:ext uri="{FF2B5EF4-FFF2-40B4-BE49-F238E27FC236}">
                <a16:creationId xmlns:a16="http://schemas.microsoft.com/office/drawing/2014/main" id="{36F42772-5DB3-6F47-A0C6-C6FDB1D906E7}"/>
              </a:ext>
            </a:extLst>
          </p:cNvPr>
          <p:cNvSpPr>
            <a:spLocks noGrp="1"/>
          </p:cNvSpPr>
          <p:nvPr>
            <p:ph type="title" hasCustomPrompt="1"/>
          </p:nvPr>
        </p:nvSpPr>
        <p:spPr>
          <a:xfrm>
            <a:off x="6664749" y="1844297"/>
            <a:ext cx="4572001" cy="492071"/>
          </a:xfrm>
        </p:spPr>
        <p:txBody>
          <a:bodyPr anchor="b">
            <a:normAutofit/>
          </a:bodyPr>
          <a:lstStyle>
            <a:lvl1pPr>
              <a:defRPr sz="3000">
                <a:solidFill>
                  <a:srgbClr val="003349"/>
                </a:solidFill>
              </a:defRPr>
            </a:lvl1pPr>
          </a:lstStyle>
          <a:p>
            <a:r>
              <a:rPr lang="en-US" dirty="0"/>
              <a:t>Sample Headline</a:t>
            </a:r>
          </a:p>
        </p:txBody>
      </p:sp>
      <p:sp>
        <p:nvSpPr>
          <p:cNvPr id="7" name="Text Placeholder 3">
            <a:extLst>
              <a:ext uri="{FF2B5EF4-FFF2-40B4-BE49-F238E27FC236}">
                <a16:creationId xmlns:a16="http://schemas.microsoft.com/office/drawing/2014/main" id="{A1E20872-150F-3C4E-AA55-3D282552B56C}"/>
              </a:ext>
            </a:extLst>
          </p:cNvPr>
          <p:cNvSpPr>
            <a:spLocks noGrp="1"/>
          </p:cNvSpPr>
          <p:nvPr>
            <p:ph type="body" sz="half" idx="2"/>
          </p:nvPr>
        </p:nvSpPr>
        <p:spPr>
          <a:xfrm>
            <a:off x="6664751" y="2336369"/>
            <a:ext cx="4572000" cy="2747075"/>
          </a:xfrm>
        </p:spPr>
        <p:txBody>
          <a:bodyPr>
            <a:normAutofit/>
          </a:bodyPr>
          <a:lstStyle>
            <a:lvl1pPr marL="0" indent="0">
              <a:spcBef>
                <a:spcPts val="0"/>
              </a:spcBef>
              <a:spcAft>
                <a:spcPts val="1200"/>
              </a:spcAft>
              <a:buNone/>
              <a:defRPr sz="1400">
                <a:solidFill>
                  <a:srgbClr val="003349"/>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2" name="Picture 1" descr="A black background with blue letters&#10;&#10;AI-generated content may be incorrect.">
            <a:extLst>
              <a:ext uri="{FF2B5EF4-FFF2-40B4-BE49-F238E27FC236}">
                <a16:creationId xmlns:a16="http://schemas.microsoft.com/office/drawing/2014/main" id="{8DD19271-4094-C3CD-C69A-5609533303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314361" y="5997301"/>
            <a:ext cx="1241069" cy="579710"/>
          </a:xfrm>
          <a:prstGeom prst="rect">
            <a:avLst/>
          </a:prstGeom>
        </p:spPr>
      </p:pic>
      <p:sp>
        <p:nvSpPr>
          <p:cNvPr id="3" name="TextBox 2">
            <a:extLst>
              <a:ext uri="{FF2B5EF4-FFF2-40B4-BE49-F238E27FC236}">
                <a16:creationId xmlns:a16="http://schemas.microsoft.com/office/drawing/2014/main" id="{B0794375-D1FD-513A-9425-D5F6EE779508}"/>
              </a:ext>
            </a:extLst>
          </p:cNvPr>
          <p:cNvSpPr txBox="1"/>
          <p:nvPr userDrawn="1"/>
        </p:nvSpPr>
        <p:spPr>
          <a:xfrm>
            <a:off x="6373831"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pic>
        <p:nvPicPr>
          <p:cNvPr id="4" name="Picture 3" descr="A blue text on a black background&#10;&#10;AI-generated content may be incorrect.">
            <a:extLst>
              <a:ext uri="{FF2B5EF4-FFF2-40B4-BE49-F238E27FC236}">
                <a16:creationId xmlns:a16="http://schemas.microsoft.com/office/drawing/2014/main" id="{8DAD9066-75FA-2E6D-C6F4-B898057F6FD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49269" y="6113512"/>
            <a:ext cx="1404531" cy="417814"/>
          </a:xfrm>
          <a:prstGeom prst="rect">
            <a:avLst/>
          </a:prstGeom>
        </p:spPr>
      </p:pic>
      <p:cxnSp>
        <p:nvCxnSpPr>
          <p:cNvPr id="6" name="Straight Connector 5">
            <a:extLst>
              <a:ext uri="{FF2B5EF4-FFF2-40B4-BE49-F238E27FC236}">
                <a16:creationId xmlns:a16="http://schemas.microsoft.com/office/drawing/2014/main" id="{0834C30F-4E82-24D0-F1EB-8AF1795D7F0B}"/>
              </a:ext>
            </a:extLst>
          </p:cNvPr>
          <p:cNvCxnSpPr/>
          <p:nvPr userDrawn="1"/>
        </p:nvCxnSpPr>
        <p:spPr>
          <a:xfrm>
            <a:off x="9708423" y="5997301"/>
            <a:ext cx="0" cy="602288"/>
          </a:xfrm>
          <a:prstGeom prst="line">
            <a:avLst/>
          </a:prstGeom>
          <a:ln w="6350">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63566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Footer Only - Engla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CBE2-9EBC-574D-8468-46D682D7DB2D}"/>
              </a:ext>
            </a:extLst>
          </p:cNvPr>
          <p:cNvSpPr>
            <a:spLocks noGrp="1"/>
          </p:cNvSpPr>
          <p:nvPr>
            <p:ph type="title"/>
          </p:nvPr>
        </p:nvSpPr>
        <p:spPr>
          <a:xfrm>
            <a:off x="838200" y="704256"/>
            <a:ext cx="10515600" cy="528315"/>
          </a:xfrm>
        </p:spPr>
        <p:txBody>
          <a:bodyPr>
            <a:noAutofit/>
          </a:bodyPr>
          <a:lstStyle>
            <a:lvl1pPr>
              <a:defRPr sz="3500">
                <a:solidFill>
                  <a:srgbClr val="003349"/>
                </a:solidFill>
              </a:defRPr>
            </a:lvl1pPr>
          </a:lstStyle>
          <a:p>
            <a:r>
              <a:rPr lang="en-US"/>
              <a:t>Click to edit Master title style</a:t>
            </a:r>
            <a:endParaRPr lang="en-US" dirty="0"/>
          </a:p>
        </p:txBody>
      </p:sp>
      <p:pic>
        <p:nvPicPr>
          <p:cNvPr id="4" name="Picture 3" descr="A black background with blue letters&#10;&#10;AI-generated content may be incorrect.">
            <a:extLst>
              <a:ext uri="{FF2B5EF4-FFF2-40B4-BE49-F238E27FC236}">
                <a16:creationId xmlns:a16="http://schemas.microsoft.com/office/drawing/2014/main" id="{F6EB8105-DEDE-5328-D086-88040BBB0C9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314361" y="5997301"/>
            <a:ext cx="1241069" cy="579710"/>
          </a:xfrm>
          <a:prstGeom prst="rect">
            <a:avLst/>
          </a:prstGeom>
        </p:spPr>
      </p:pic>
      <p:sp>
        <p:nvSpPr>
          <p:cNvPr id="5" name="Text Placeholder 6">
            <a:extLst>
              <a:ext uri="{FF2B5EF4-FFF2-40B4-BE49-F238E27FC236}">
                <a16:creationId xmlns:a16="http://schemas.microsoft.com/office/drawing/2014/main" id="{A816843C-E305-3613-ED26-312C83375A77}"/>
              </a:ext>
            </a:extLst>
          </p:cNvPr>
          <p:cNvSpPr>
            <a:spLocks noGrp="1"/>
          </p:cNvSpPr>
          <p:nvPr>
            <p:ph type="body" sz="quarter" idx="11" hasCustomPrompt="1"/>
          </p:nvPr>
        </p:nvSpPr>
        <p:spPr>
          <a:xfrm>
            <a:off x="1433109" y="6463064"/>
            <a:ext cx="4745862"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9" name="Text Placeholder 8">
            <a:extLst>
              <a:ext uri="{FF2B5EF4-FFF2-40B4-BE49-F238E27FC236}">
                <a16:creationId xmlns:a16="http://schemas.microsoft.com/office/drawing/2014/main" id="{FC8A8B52-9D8D-5DBC-3E4A-21238486B30E}"/>
              </a:ext>
            </a:extLst>
          </p:cNvPr>
          <p:cNvSpPr>
            <a:spLocks noGrp="1"/>
          </p:cNvSpPr>
          <p:nvPr>
            <p:ph type="body" sz="quarter" idx="12"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11" name="Straight Connector 10">
            <a:extLst>
              <a:ext uri="{FF2B5EF4-FFF2-40B4-BE49-F238E27FC236}">
                <a16:creationId xmlns:a16="http://schemas.microsoft.com/office/drawing/2014/main" id="{12AFA041-6545-A108-81E8-DEA830C361A5}"/>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F6121F9-1CD7-F3A5-375D-2CD05222AC92}"/>
              </a:ext>
            </a:extLst>
          </p:cNvPr>
          <p:cNvSpPr txBox="1"/>
          <p:nvPr userDrawn="1"/>
        </p:nvSpPr>
        <p:spPr>
          <a:xfrm>
            <a:off x="6373831"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pic>
        <p:nvPicPr>
          <p:cNvPr id="13" name="Picture 12" descr="A blue text on a black background&#10;&#10;AI-generated content may be incorrect.">
            <a:extLst>
              <a:ext uri="{FF2B5EF4-FFF2-40B4-BE49-F238E27FC236}">
                <a16:creationId xmlns:a16="http://schemas.microsoft.com/office/drawing/2014/main" id="{100B379A-9DCC-12E6-A93F-82B8974E693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49269" y="6113512"/>
            <a:ext cx="1404531" cy="417814"/>
          </a:xfrm>
          <a:prstGeom prst="rect">
            <a:avLst/>
          </a:prstGeom>
        </p:spPr>
      </p:pic>
      <p:cxnSp>
        <p:nvCxnSpPr>
          <p:cNvPr id="14" name="Straight Connector 13">
            <a:extLst>
              <a:ext uri="{FF2B5EF4-FFF2-40B4-BE49-F238E27FC236}">
                <a16:creationId xmlns:a16="http://schemas.microsoft.com/office/drawing/2014/main" id="{93002173-4891-87DA-40C9-D732BAE348E1}"/>
              </a:ext>
            </a:extLst>
          </p:cNvPr>
          <p:cNvCxnSpPr/>
          <p:nvPr userDrawn="1"/>
        </p:nvCxnSpPr>
        <p:spPr>
          <a:xfrm>
            <a:off x="9708423" y="5997301"/>
            <a:ext cx="0" cy="602288"/>
          </a:xfrm>
          <a:prstGeom prst="line">
            <a:avLst/>
          </a:prstGeom>
          <a:ln w="6350">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5082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Joybird-Title Slide">
    <p:spTree>
      <p:nvGrpSpPr>
        <p:cNvPr id="1" name=""/>
        <p:cNvGrpSpPr/>
        <p:nvPr/>
      </p:nvGrpSpPr>
      <p:grpSpPr>
        <a:xfrm>
          <a:off x="0" y="0"/>
          <a:ext cx="0" cy="0"/>
          <a:chOff x="0" y="0"/>
          <a:chExt cx="0" cy="0"/>
        </a:xfrm>
      </p:grpSpPr>
      <p:pic>
        <p:nvPicPr>
          <p:cNvPr id="8" name="Picture 7" descr="A couch with a round coffee table&#10;&#10;AI-generated content may be incorrect.">
            <a:extLst>
              <a:ext uri="{FF2B5EF4-FFF2-40B4-BE49-F238E27FC236}">
                <a16:creationId xmlns:a16="http://schemas.microsoft.com/office/drawing/2014/main" id="{1C6A6B2B-1240-8384-DB39-3D4D61DD9490}"/>
              </a:ext>
            </a:extLst>
          </p:cNvPr>
          <p:cNvPicPr>
            <a:picLocks noChangeAspect="1"/>
          </p:cNvPicPr>
          <p:nvPr userDrawn="1"/>
        </p:nvPicPr>
        <p:blipFill>
          <a:blip r:embed="rId2"/>
          <a:stretch>
            <a:fillRect/>
          </a:stretch>
        </p:blipFill>
        <p:spPr>
          <a:xfrm>
            <a:off x="0" y="0"/>
            <a:ext cx="12196784" cy="5831586"/>
          </a:xfrm>
          <a:prstGeom prst="rect">
            <a:avLst/>
          </a:prstGeom>
        </p:spPr>
      </p:pic>
      <p:pic>
        <p:nvPicPr>
          <p:cNvPr id="2" name="Picture 1">
            <a:extLst>
              <a:ext uri="{FF2B5EF4-FFF2-40B4-BE49-F238E27FC236}">
                <a16:creationId xmlns:a16="http://schemas.microsoft.com/office/drawing/2014/main" id="{41650C14-B625-C9C3-E5F8-D18BD33D0FFD}"/>
              </a:ext>
            </a:extLst>
          </p:cNvPr>
          <p:cNvPicPr>
            <a:picLocks noChangeAspect="1"/>
          </p:cNvPicPr>
          <p:nvPr userDrawn="1"/>
        </p:nvPicPr>
        <p:blipFill>
          <a:blip r:embed="rId3"/>
          <a:srcRect b="20877"/>
          <a:stretch>
            <a:fillRect/>
          </a:stretch>
        </p:blipFill>
        <p:spPr>
          <a:xfrm>
            <a:off x="0" y="3938418"/>
            <a:ext cx="12192000" cy="2919582"/>
          </a:xfrm>
          <a:prstGeom prst="rect">
            <a:avLst/>
          </a:prstGeom>
        </p:spPr>
      </p:pic>
      <p:sp>
        <p:nvSpPr>
          <p:cNvPr id="14" name="Title 1">
            <a:extLst>
              <a:ext uri="{FF2B5EF4-FFF2-40B4-BE49-F238E27FC236}">
                <a16:creationId xmlns:a16="http://schemas.microsoft.com/office/drawing/2014/main" id="{A38D8625-21D2-B643-963F-7835985841CA}"/>
              </a:ext>
            </a:extLst>
          </p:cNvPr>
          <p:cNvSpPr>
            <a:spLocks noGrp="1"/>
          </p:cNvSpPr>
          <p:nvPr>
            <p:ph type="ctrTitle"/>
          </p:nvPr>
        </p:nvSpPr>
        <p:spPr>
          <a:xfrm>
            <a:off x="-1" y="5265345"/>
            <a:ext cx="12192000" cy="649923"/>
          </a:xfrm>
        </p:spPr>
        <p:txBody>
          <a:bodyPr anchor="b">
            <a:noAutofit/>
          </a:bodyPr>
          <a:lstStyle>
            <a:lvl1pPr algn="ctr">
              <a:defRPr sz="3600" b="1" i="0">
                <a:solidFill>
                  <a:srgbClr val="E6E2D5"/>
                </a:solidFill>
                <a:latin typeface="Georgia" panose="02040502050405020303" pitchFamily="18" charset="0"/>
              </a:defRPr>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B25FDE69-869D-FF4A-9B8F-97F14A360177}"/>
              </a:ext>
            </a:extLst>
          </p:cNvPr>
          <p:cNvSpPr>
            <a:spLocks noGrp="1"/>
          </p:cNvSpPr>
          <p:nvPr>
            <p:ph type="subTitle" idx="1" hasCustomPrompt="1"/>
          </p:nvPr>
        </p:nvSpPr>
        <p:spPr>
          <a:xfrm>
            <a:off x="-1" y="5990623"/>
            <a:ext cx="12192000" cy="451802"/>
          </a:xfrm>
        </p:spPr>
        <p:txBody>
          <a:bodyPr>
            <a:normAutofit/>
          </a:bodyPr>
          <a:lstStyle>
            <a:lvl1pPr marL="0" indent="0" algn="ctr">
              <a:buNone/>
              <a:defRPr sz="1200" b="1" i="0" spc="200" baseline="0">
                <a:solidFill>
                  <a:srgbClr val="E6E2D5"/>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DATE</a:t>
            </a:r>
          </a:p>
        </p:txBody>
      </p:sp>
      <p:pic>
        <p:nvPicPr>
          <p:cNvPr id="4" name="Picture 3" descr="A black and white logo&#10;&#10;AI-generated content may be incorrect.">
            <a:extLst>
              <a:ext uri="{FF2B5EF4-FFF2-40B4-BE49-F238E27FC236}">
                <a16:creationId xmlns:a16="http://schemas.microsoft.com/office/drawing/2014/main" id="{3F0DC4DB-2730-F583-130A-7EAF7FA0D3D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604363" y="4378861"/>
            <a:ext cx="1214250" cy="567182"/>
          </a:xfrm>
          <a:prstGeom prst="rect">
            <a:avLst/>
          </a:prstGeom>
        </p:spPr>
      </p:pic>
      <p:sp>
        <p:nvSpPr>
          <p:cNvPr id="6" name="TextBox 5">
            <a:extLst>
              <a:ext uri="{FF2B5EF4-FFF2-40B4-BE49-F238E27FC236}">
                <a16:creationId xmlns:a16="http://schemas.microsoft.com/office/drawing/2014/main" id="{76A0DC6F-D28D-A537-84CC-D8C8D59BACE2}"/>
              </a:ext>
            </a:extLst>
          </p:cNvPr>
          <p:cNvSpPr txBox="1"/>
          <p:nvPr userDrawn="1"/>
        </p:nvSpPr>
        <p:spPr>
          <a:xfrm>
            <a:off x="9816871" y="6483989"/>
            <a:ext cx="1562329" cy="123111"/>
          </a:xfrm>
          <a:prstGeom prst="rect">
            <a:avLst/>
          </a:prstGeom>
          <a:noFill/>
        </p:spPr>
        <p:txBody>
          <a:bodyPr wrap="square" lIns="0" tIns="0" rIns="0" bIns="0" rtlCol="0" anchor="b" anchorCtr="0">
            <a:spAutoFit/>
          </a:bodyPr>
          <a:lstStyle/>
          <a:p>
            <a:pPr algn="r"/>
            <a:r>
              <a:rPr lang="en-US" sz="800" dirty="0">
                <a:solidFill>
                  <a:srgbClr val="E6E2D5">
                    <a:alpha val="40000"/>
                  </a:srgbClr>
                </a:solidFill>
              </a:rPr>
              <a:t>Confidential. Internal Use Only.</a:t>
            </a:r>
          </a:p>
        </p:txBody>
      </p:sp>
      <p:cxnSp>
        <p:nvCxnSpPr>
          <p:cNvPr id="7" name="Straight Connector 6">
            <a:extLst>
              <a:ext uri="{FF2B5EF4-FFF2-40B4-BE49-F238E27FC236}">
                <a16:creationId xmlns:a16="http://schemas.microsoft.com/office/drawing/2014/main" id="{E7F1277A-78CC-2F65-070A-BE7EA0F563C7}"/>
              </a:ext>
            </a:extLst>
          </p:cNvPr>
          <p:cNvCxnSpPr/>
          <p:nvPr userDrawn="1"/>
        </p:nvCxnSpPr>
        <p:spPr>
          <a:xfrm>
            <a:off x="5970717" y="4366061"/>
            <a:ext cx="0" cy="602288"/>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descr="A black background with white text&#10;&#10;AI-generated content may be incorrect.">
            <a:extLst>
              <a:ext uri="{FF2B5EF4-FFF2-40B4-BE49-F238E27FC236}">
                <a16:creationId xmlns:a16="http://schemas.microsoft.com/office/drawing/2014/main" id="{EB4EFE9F-8B5F-9C0A-1930-0561BC5DBFF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6096000" y="4364661"/>
            <a:ext cx="1511011" cy="579221"/>
          </a:xfrm>
          <a:prstGeom prst="rect">
            <a:avLst/>
          </a:prstGeom>
        </p:spPr>
      </p:pic>
    </p:spTree>
    <p:extLst>
      <p:ext uri="{BB962C8B-B14F-4D97-AF65-F5344CB8AC3E}">
        <p14:creationId xmlns:p14="http://schemas.microsoft.com/office/powerpoint/2010/main" val="30405959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Text White - Joybir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35596BC-B0B1-9FF0-C032-EC81BF6AE8AD}"/>
              </a:ext>
            </a:extLst>
          </p:cNvPr>
          <p:cNvSpPr>
            <a:spLocks noGrp="1"/>
          </p:cNvSpPr>
          <p:nvPr>
            <p:ph type="title"/>
          </p:nvPr>
        </p:nvSpPr>
        <p:spPr>
          <a:xfrm>
            <a:off x="838200" y="1686877"/>
            <a:ext cx="10515600" cy="567936"/>
          </a:xfrm>
        </p:spPr>
        <p:txBody>
          <a:bodyPr>
            <a:noAutofit/>
          </a:bodyPr>
          <a:lstStyle>
            <a:lvl1pPr>
              <a:defRPr sz="3500" b="1">
                <a:solidFill>
                  <a:srgbClr val="003349"/>
                </a:solidFill>
                <a:latin typeface="Georgia" panose="02040502050405020303" pitchFamily="18" charset="0"/>
              </a:defRPr>
            </a:lvl1pPr>
          </a:lstStyle>
          <a:p>
            <a:r>
              <a:rPr lang="en-US"/>
              <a:t>Click to edit Master title style</a:t>
            </a:r>
            <a:endParaRPr lang="en-US" dirty="0"/>
          </a:p>
        </p:txBody>
      </p:sp>
      <p:sp>
        <p:nvSpPr>
          <p:cNvPr id="5" name="Content Placeholder 2">
            <a:extLst>
              <a:ext uri="{FF2B5EF4-FFF2-40B4-BE49-F238E27FC236}">
                <a16:creationId xmlns:a16="http://schemas.microsoft.com/office/drawing/2014/main" id="{5A2711B4-565B-93F2-9E41-C5B131AF18C3}"/>
              </a:ext>
            </a:extLst>
          </p:cNvPr>
          <p:cNvSpPr>
            <a:spLocks noGrp="1"/>
          </p:cNvSpPr>
          <p:nvPr>
            <p:ph idx="1"/>
          </p:nvPr>
        </p:nvSpPr>
        <p:spPr>
          <a:xfrm>
            <a:off x="838200" y="2480077"/>
            <a:ext cx="10515600" cy="2681203"/>
          </a:xfrm>
        </p:spPr>
        <p:txBody>
          <a:bodyPr>
            <a:normAutofit/>
          </a:bodyPr>
          <a:lstStyle>
            <a:lvl1pPr>
              <a:spcBef>
                <a:spcPts val="0"/>
              </a:spcBef>
              <a:spcAft>
                <a:spcPts val="1200"/>
              </a:spcAft>
              <a:defRPr sz="1400" b="0" i="0">
                <a:solidFill>
                  <a:srgbClr val="003349"/>
                </a:solidFill>
                <a:latin typeface="Arial" panose="020B0604020202020204" pitchFamily="34" charset="0"/>
                <a:cs typeface="Arial" panose="020B0604020202020204" pitchFamily="34" charset="0"/>
              </a:defRPr>
            </a:lvl1pPr>
            <a:lvl2pPr>
              <a:spcBef>
                <a:spcPts val="0"/>
              </a:spcBef>
              <a:spcAft>
                <a:spcPts val="1200"/>
              </a:spcAft>
              <a:defRPr sz="1400" b="0" i="0">
                <a:solidFill>
                  <a:srgbClr val="003349"/>
                </a:solidFill>
                <a:latin typeface="Arial" panose="020B0604020202020204" pitchFamily="34" charset="0"/>
                <a:cs typeface="Arial" panose="020B0604020202020204" pitchFamily="34" charset="0"/>
              </a:defRPr>
            </a:lvl2pPr>
            <a:lvl3pPr>
              <a:spcBef>
                <a:spcPts val="0"/>
              </a:spcBef>
              <a:spcAft>
                <a:spcPts val="1200"/>
              </a:spcAft>
              <a:defRPr sz="1400" b="0" i="0">
                <a:solidFill>
                  <a:srgbClr val="003349"/>
                </a:solidFill>
                <a:latin typeface="Arial" panose="020B0604020202020204" pitchFamily="34" charset="0"/>
                <a:cs typeface="Arial" panose="020B0604020202020204" pitchFamily="34" charset="0"/>
              </a:defRPr>
            </a:lvl3pPr>
            <a:lvl4pPr>
              <a:spcBef>
                <a:spcPts val="0"/>
              </a:spcBef>
              <a:spcAft>
                <a:spcPts val="1200"/>
              </a:spcAft>
              <a:defRPr sz="1400" b="0" i="0">
                <a:solidFill>
                  <a:srgbClr val="003349"/>
                </a:solidFill>
                <a:latin typeface="Arial" panose="020B0604020202020204" pitchFamily="34" charset="0"/>
                <a:cs typeface="Arial" panose="020B0604020202020204" pitchFamily="34" charset="0"/>
              </a:defRPr>
            </a:lvl4pPr>
            <a:lvl5pPr>
              <a:spcBef>
                <a:spcPts val="0"/>
              </a:spcBef>
              <a:spcAft>
                <a:spcPts val="1200"/>
              </a:spcAft>
              <a:defRPr sz="1400" b="0" i="0">
                <a:solidFill>
                  <a:srgbClr val="003349"/>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descr="A black background with blue letters&#10;&#10;AI-generated content may be incorrect.">
            <a:extLst>
              <a:ext uri="{FF2B5EF4-FFF2-40B4-BE49-F238E27FC236}">
                <a16:creationId xmlns:a16="http://schemas.microsoft.com/office/drawing/2014/main" id="{F8A7AEBB-4F8A-223B-8178-4DD5D99ADEF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3202" y="5997301"/>
            <a:ext cx="1241069" cy="579710"/>
          </a:xfrm>
          <a:prstGeom prst="rect">
            <a:avLst/>
          </a:prstGeom>
        </p:spPr>
      </p:pic>
      <p:sp>
        <p:nvSpPr>
          <p:cNvPr id="8" name="Text Placeholder 6">
            <a:extLst>
              <a:ext uri="{FF2B5EF4-FFF2-40B4-BE49-F238E27FC236}">
                <a16:creationId xmlns:a16="http://schemas.microsoft.com/office/drawing/2014/main" id="{183A897D-03A2-D0DB-B931-DE4F0A626EE6}"/>
              </a:ext>
            </a:extLst>
          </p:cNvPr>
          <p:cNvSpPr>
            <a:spLocks noGrp="1"/>
          </p:cNvSpPr>
          <p:nvPr>
            <p:ph type="body" sz="quarter" idx="10" hasCustomPrompt="1"/>
          </p:nvPr>
        </p:nvSpPr>
        <p:spPr>
          <a:xfrm>
            <a:off x="1433109" y="6463064"/>
            <a:ext cx="4934706"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9" name="Text Placeholder 8">
            <a:extLst>
              <a:ext uri="{FF2B5EF4-FFF2-40B4-BE49-F238E27FC236}">
                <a16:creationId xmlns:a16="http://schemas.microsoft.com/office/drawing/2014/main" id="{1658D2A5-7FE7-00DD-CBEB-5747AA8EBF3D}"/>
              </a:ext>
            </a:extLst>
          </p:cNvPr>
          <p:cNvSpPr>
            <a:spLocks noGrp="1"/>
          </p:cNvSpPr>
          <p:nvPr>
            <p:ph type="body" sz="quarter" idx="11"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11" name="Straight Connector 10">
            <a:extLst>
              <a:ext uri="{FF2B5EF4-FFF2-40B4-BE49-F238E27FC236}">
                <a16:creationId xmlns:a16="http://schemas.microsoft.com/office/drawing/2014/main" id="{82515A7C-903A-A202-9766-521E44A9C75E}"/>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8AAAF1A-42EF-8DF3-C841-64816CFEB3F9}"/>
              </a:ext>
            </a:extLst>
          </p:cNvPr>
          <p:cNvSpPr txBox="1"/>
          <p:nvPr userDrawn="1"/>
        </p:nvSpPr>
        <p:spPr>
          <a:xfrm>
            <a:off x="6562672"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cxnSp>
        <p:nvCxnSpPr>
          <p:cNvPr id="7" name="Straight Connector 6">
            <a:extLst>
              <a:ext uri="{FF2B5EF4-FFF2-40B4-BE49-F238E27FC236}">
                <a16:creationId xmlns:a16="http://schemas.microsoft.com/office/drawing/2014/main" id="{6AB34E8F-6182-CD53-CA77-F8A3FA1433AF}"/>
              </a:ext>
            </a:extLst>
          </p:cNvPr>
          <p:cNvCxnSpPr/>
          <p:nvPr userDrawn="1"/>
        </p:nvCxnSpPr>
        <p:spPr>
          <a:xfrm>
            <a:off x="9869554" y="5997301"/>
            <a:ext cx="0" cy="602288"/>
          </a:xfrm>
          <a:prstGeom prst="line">
            <a:avLst/>
          </a:prstGeom>
          <a:ln w="6350">
            <a:solidFill>
              <a:srgbClr val="003349"/>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C3B84D89-CA6C-53C2-46F5-EBD951FFC1D3}"/>
              </a:ext>
            </a:extLst>
          </p:cNvPr>
          <p:cNvPicPr>
            <a:picLocks noChangeAspect="1"/>
          </p:cNvPicPr>
          <p:nvPr userDrawn="1"/>
        </p:nvPicPr>
        <p:blipFill>
          <a:blip r:embed="rId3"/>
          <a:stretch>
            <a:fillRect/>
          </a:stretch>
        </p:blipFill>
        <p:spPr>
          <a:xfrm>
            <a:off x="9998992" y="5997301"/>
            <a:ext cx="1489539" cy="572201"/>
          </a:xfrm>
          <a:prstGeom prst="rect">
            <a:avLst/>
          </a:prstGeom>
        </p:spPr>
      </p:pic>
    </p:spTree>
    <p:extLst>
      <p:ext uri="{BB962C8B-B14F-4D97-AF65-F5344CB8AC3E}">
        <p14:creationId xmlns:p14="http://schemas.microsoft.com/office/powerpoint/2010/main" val="3936311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Round Image - Joybir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6C4C1-0A4D-4448-8B3A-2BCBE753E4CC}"/>
              </a:ext>
            </a:extLst>
          </p:cNvPr>
          <p:cNvSpPr>
            <a:spLocks noGrp="1"/>
          </p:cNvSpPr>
          <p:nvPr>
            <p:ph type="title"/>
          </p:nvPr>
        </p:nvSpPr>
        <p:spPr>
          <a:xfrm>
            <a:off x="838200" y="685759"/>
            <a:ext cx="10515600" cy="553633"/>
          </a:xfrm>
        </p:spPr>
        <p:txBody>
          <a:bodyPr>
            <a:normAutofit/>
          </a:bodyPr>
          <a:lstStyle>
            <a:lvl1pPr>
              <a:defRPr sz="3500">
                <a:solidFill>
                  <a:srgbClr val="003349"/>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75FAEAE3-60A3-1846-BB1D-BEAFA3EDADA4}"/>
              </a:ext>
            </a:extLst>
          </p:cNvPr>
          <p:cNvSpPr>
            <a:spLocks noGrp="1"/>
          </p:cNvSpPr>
          <p:nvPr>
            <p:ph sz="half" idx="2"/>
          </p:nvPr>
        </p:nvSpPr>
        <p:spPr>
          <a:xfrm>
            <a:off x="4340994" y="1740936"/>
            <a:ext cx="7012806" cy="3139348"/>
          </a:xfrm>
        </p:spPr>
        <p:txBody>
          <a:bodyPr anchor="ctr" anchorCtr="0">
            <a:normAutofit/>
          </a:bodyPr>
          <a:lstStyle>
            <a:lvl1pPr>
              <a:spcBef>
                <a:spcPts val="0"/>
              </a:spcBef>
              <a:spcAft>
                <a:spcPts val="1200"/>
              </a:spcAft>
              <a:defRPr sz="1400">
                <a:solidFill>
                  <a:srgbClr val="003349"/>
                </a:solidFill>
              </a:defRPr>
            </a:lvl1pPr>
            <a:lvl2pPr>
              <a:spcBef>
                <a:spcPts val="0"/>
              </a:spcBef>
              <a:spcAft>
                <a:spcPts val="1200"/>
              </a:spcAft>
              <a:defRPr sz="1400">
                <a:solidFill>
                  <a:srgbClr val="003349"/>
                </a:solidFill>
              </a:defRPr>
            </a:lvl2pPr>
            <a:lvl3pPr>
              <a:spcBef>
                <a:spcPts val="0"/>
              </a:spcBef>
              <a:spcAft>
                <a:spcPts val="1200"/>
              </a:spcAft>
              <a:defRPr sz="1400">
                <a:solidFill>
                  <a:srgbClr val="003349"/>
                </a:solidFill>
              </a:defRPr>
            </a:lvl3pPr>
            <a:lvl4pPr>
              <a:spcBef>
                <a:spcPts val="0"/>
              </a:spcBef>
              <a:spcAft>
                <a:spcPts val="1200"/>
              </a:spcAft>
              <a:defRPr sz="1400">
                <a:solidFill>
                  <a:srgbClr val="003349"/>
                </a:solidFill>
              </a:defRPr>
            </a:lvl4pPr>
            <a:lvl5pPr>
              <a:spcBef>
                <a:spcPts val="0"/>
              </a:spcBef>
              <a:spcAft>
                <a:spcPts val="1200"/>
              </a:spcAft>
              <a:defRPr sz="1400">
                <a:solidFill>
                  <a:srgbClr val="00334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68928FDA-CB4F-4C15-C6C8-FFC3C1AC7D40}"/>
              </a:ext>
            </a:extLst>
          </p:cNvPr>
          <p:cNvSpPr>
            <a:spLocks noGrp="1"/>
          </p:cNvSpPr>
          <p:nvPr>
            <p:ph type="pic" sz="quarter" idx="10"/>
          </p:nvPr>
        </p:nvSpPr>
        <p:spPr>
          <a:xfrm>
            <a:off x="838199" y="1695132"/>
            <a:ext cx="3185153" cy="3185152"/>
          </a:xfrm>
          <a:prstGeom prst="ellipse">
            <a:avLst/>
          </a:prstGeom>
        </p:spPr>
        <p:txBody>
          <a:bodyPr/>
          <a:lstStyle/>
          <a:p>
            <a:r>
              <a:rPr lang="en-US"/>
              <a:t>Click icon to add picture</a:t>
            </a:r>
            <a:endParaRPr lang="en-US" dirty="0"/>
          </a:p>
        </p:txBody>
      </p:sp>
      <p:pic>
        <p:nvPicPr>
          <p:cNvPr id="3" name="Picture 2" descr="A black background with blue letters&#10;&#10;AI-generated content may be incorrect.">
            <a:extLst>
              <a:ext uri="{FF2B5EF4-FFF2-40B4-BE49-F238E27FC236}">
                <a16:creationId xmlns:a16="http://schemas.microsoft.com/office/drawing/2014/main" id="{937FE3C3-D786-F5D7-FC3D-F79CFBCD80A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3202" y="5997301"/>
            <a:ext cx="1241069" cy="579710"/>
          </a:xfrm>
          <a:prstGeom prst="rect">
            <a:avLst/>
          </a:prstGeom>
        </p:spPr>
      </p:pic>
      <p:sp>
        <p:nvSpPr>
          <p:cNvPr id="5" name="Text Placeholder 6">
            <a:extLst>
              <a:ext uri="{FF2B5EF4-FFF2-40B4-BE49-F238E27FC236}">
                <a16:creationId xmlns:a16="http://schemas.microsoft.com/office/drawing/2014/main" id="{54C8D23E-4F51-57D1-ACAF-854ECAC451A9}"/>
              </a:ext>
            </a:extLst>
          </p:cNvPr>
          <p:cNvSpPr>
            <a:spLocks noGrp="1"/>
          </p:cNvSpPr>
          <p:nvPr>
            <p:ph type="body" sz="quarter" idx="11" hasCustomPrompt="1"/>
          </p:nvPr>
        </p:nvSpPr>
        <p:spPr>
          <a:xfrm>
            <a:off x="1433109" y="6463064"/>
            <a:ext cx="4934706"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6" name="Text Placeholder 8">
            <a:extLst>
              <a:ext uri="{FF2B5EF4-FFF2-40B4-BE49-F238E27FC236}">
                <a16:creationId xmlns:a16="http://schemas.microsoft.com/office/drawing/2014/main" id="{1A2516AE-39FA-6276-7633-3CDEDAC9CC56}"/>
              </a:ext>
            </a:extLst>
          </p:cNvPr>
          <p:cNvSpPr>
            <a:spLocks noGrp="1"/>
          </p:cNvSpPr>
          <p:nvPr>
            <p:ph type="body" sz="quarter" idx="12"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7" name="Straight Connector 6">
            <a:extLst>
              <a:ext uri="{FF2B5EF4-FFF2-40B4-BE49-F238E27FC236}">
                <a16:creationId xmlns:a16="http://schemas.microsoft.com/office/drawing/2014/main" id="{9292383C-BCBA-6E17-EB69-2BA7EB35B2AA}"/>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BC07F7D-3826-E2E5-A493-BF21F0DC56D7}"/>
              </a:ext>
            </a:extLst>
          </p:cNvPr>
          <p:cNvSpPr txBox="1"/>
          <p:nvPr userDrawn="1"/>
        </p:nvSpPr>
        <p:spPr>
          <a:xfrm>
            <a:off x="6562672"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cxnSp>
        <p:nvCxnSpPr>
          <p:cNvPr id="11" name="Straight Connector 10">
            <a:extLst>
              <a:ext uri="{FF2B5EF4-FFF2-40B4-BE49-F238E27FC236}">
                <a16:creationId xmlns:a16="http://schemas.microsoft.com/office/drawing/2014/main" id="{5B28CBBD-E450-F27F-EA0E-8E062A2BB059}"/>
              </a:ext>
            </a:extLst>
          </p:cNvPr>
          <p:cNvCxnSpPr/>
          <p:nvPr userDrawn="1"/>
        </p:nvCxnSpPr>
        <p:spPr>
          <a:xfrm>
            <a:off x="9869554" y="5997301"/>
            <a:ext cx="0" cy="602288"/>
          </a:xfrm>
          <a:prstGeom prst="line">
            <a:avLst/>
          </a:prstGeom>
          <a:ln w="6350">
            <a:solidFill>
              <a:srgbClr val="003349"/>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3FDDB317-D299-680B-82D1-06CF5244AA2A}"/>
              </a:ext>
            </a:extLst>
          </p:cNvPr>
          <p:cNvPicPr>
            <a:picLocks noChangeAspect="1"/>
          </p:cNvPicPr>
          <p:nvPr userDrawn="1"/>
        </p:nvPicPr>
        <p:blipFill>
          <a:blip r:embed="rId3"/>
          <a:stretch>
            <a:fillRect/>
          </a:stretch>
        </p:blipFill>
        <p:spPr>
          <a:xfrm>
            <a:off x="9998992" y="5997301"/>
            <a:ext cx="1489539" cy="572201"/>
          </a:xfrm>
          <a:prstGeom prst="rect">
            <a:avLst/>
          </a:prstGeom>
        </p:spPr>
      </p:pic>
    </p:spTree>
    <p:extLst>
      <p:ext uri="{BB962C8B-B14F-4D97-AF65-F5344CB8AC3E}">
        <p14:creationId xmlns:p14="http://schemas.microsoft.com/office/powerpoint/2010/main" val="3513285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and Text White - Joybird">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EFB1B29A-0BB1-AE1E-9B65-AD2B2B9BBF9E}"/>
              </a:ext>
            </a:extLst>
          </p:cNvPr>
          <p:cNvSpPr>
            <a:spLocks noGrp="1"/>
          </p:cNvSpPr>
          <p:nvPr>
            <p:ph type="pic" sz="quarter" idx="10"/>
          </p:nvPr>
        </p:nvSpPr>
        <p:spPr>
          <a:xfrm>
            <a:off x="0" y="541287"/>
            <a:ext cx="6323421" cy="6331150"/>
          </a:xfrm>
          <a:custGeom>
            <a:avLst/>
            <a:gdLst>
              <a:gd name="connsiteX0" fmla="*/ 2211198 w 6323421"/>
              <a:gd name="connsiteY0" fmla="*/ 247 h 6331150"/>
              <a:gd name="connsiteX1" fmla="*/ 2598822 w 6323421"/>
              <a:gd name="connsiteY1" fmla="*/ 16978 h 6331150"/>
              <a:gd name="connsiteX2" fmla="*/ 5168767 w 6323421"/>
              <a:gd name="connsiteY2" fmla="*/ 1258635 h 6331150"/>
              <a:gd name="connsiteX3" fmla="*/ 6237171 w 6323421"/>
              <a:gd name="connsiteY3" fmla="*/ 3443570 h 6331150"/>
              <a:gd name="connsiteX4" fmla="*/ 6227545 w 6323421"/>
              <a:gd name="connsiteY4" fmla="*/ 6331150 h 6331150"/>
              <a:gd name="connsiteX5" fmla="*/ 0 w 6323421"/>
              <a:gd name="connsiteY5" fmla="*/ 6331150 h 6331150"/>
              <a:gd name="connsiteX6" fmla="*/ 0 w 6323421"/>
              <a:gd name="connsiteY6" fmla="*/ 546367 h 6331150"/>
              <a:gd name="connsiteX7" fmla="*/ 2211198 w 6323421"/>
              <a:gd name="connsiteY7" fmla="*/ 247 h 63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23421" h="6331150">
                <a:moveTo>
                  <a:pt x="2211198" y="247"/>
                </a:moveTo>
                <a:cubicBezTo>
                  <a:pt x="2334829" y="1437"/>
                  <a:pt x="2463667" y="6952"/>
                  <a:pt x="2598822" y="16978"/>
                </a:cubicBezTo>
                <a:cubicBezTo>
                  <a:pt x="3686477" y="158148"/>
                  <a:pt x="4321744" y="491823"/>
                  <a:pt x="5168767" y="1258635"/>
                </a:cubicBezTo>
                <a:cubicBezTo>
                  <a:pt x="5707781" y="1816900"/>
                  <a:pt x="6121668" y="2644673"/>
                  <a:pt x="6237171" y="3443570"/>
                </a:cubicBezTo>
                <a:cubicBezTo>
                  <a:pt x="6397591" y="4043545"/>
                  <a:pt x="6298131" y="5384666"/>
                  <a:pt x="6227545" y="6331150"/>
                </a:cubicBezTo>
                <a:lnTo>
                  <a:pt x="0" y="6331150"/>
                </a:lnTo>
                <a:lnTo>
                  <a:pt x="0" y="546367"/>
                </a:lnTo>
                <a:cubicBezTo>
                  <a:pt x="735530" y="195446"/>
                  <a:pt x="1345783" y="-8087"/>
                  <a:pt x="2211198" y="247"/>
                </a:cubicBezTo>
                <a:close/>
              </a:path>
            </a:pathLst>
          </a:custGeom>
        </p:spPr>
        <p:txBody>
          <a:bodyPr wrap="square" anchor="ctr" anchorCtr="0">
            <a:noAutofit/>
          </a:bodyPr>
          <a:lstStyle/>
          <a:p>
            <a:r>
              <a:rPr lang="en-US"/>
              <a:t>Click icon to add picture</a:t>
            </a:r>
            <a:endParaRPr lang="en-US" dirty="0"/>
          </a:p>
        </p:txBody>
      </p:sp>
      <p:sp>
        <p:nvSpPr>
          <p:cNvPr id="5" name="Title 1">
            <a:extLst>
              <a:ext uri="{FF2B5EF4-FFF2-40B4-BE49-F238E27FC236}">
                <a16:creationId xmlns:a16="http://schemas.microsoft.com/office/drawing/2014/main" id="{36F42772-5DB3-6F47-A0C6-C6FDB1D906E7}"/>
              </a:ext>
            </a:extLst>
          </p:cNvPr>
          <p:cNvSpPr>
            <a:spLocks noGrp="1"/>
          </p:cNvSpPr>
          <p:nvPr>
            <p:ph type="title" hasCustomPrompt="1"/>
          </p:nvPr>
        </p:nvSpPr>
        <p:spPr>
          <a:xfrm>
            <a:off x="6664749" y="1844297"/>
            <a:ext cx="4572001" cy="492071"/>
          </a:xfrm>
        </p:spPr>
        <p:txBody>
          <a:bodyPr anchor="b">
            <a:normAutofit/>
          </a:bodyPr>
          <a:lstStyle>
            <a:lvl1pPr>
              <a:defRPr sz="3000">
                <a:solidFill>
                  <a:srgbClr val="003349"/>
                </a:solidFill>
              </a:defRPr>
            </a:lvl1pPr>
          </a:lstStyle>
          <a:p>
            <a:r>
              <a:rPr lang="en-US" dirty="0"/>
              <a:t>Sample Headline</a:t>
            </a:r>
          </a:p>
        </p:txBody>
      </p:sp>
      <p:sp>
        <p:nvSpPr>
          <p:cNvPr id="7" name="Text Placeholder 3">
            <a:extLst>
              <a:ext uri="{FF2B5EF4-FFF2-40B4-BE49-F238E27FC236}">
                <a16:creationId xmlns:a16="http://schemas.microsoft.com/office/drawing/2014/main" id="{A1E20872-150F-3C4E-AA55-3D282552B56C}"/>
              </a:ext>
            </a:extLst>
          </p:cNvPr>
          <p:cNvSpPr>
            <a:spLocks noGrp="1"/>
          </p:cNvSpPr>
          <p:nvPr>
            <p:ph type="body" sz="half" idx="2"/>
          </p:nvPr>
        </p:nvSpPr>
        <p:spPr>
          <a:xfrm>
            <a:off x="6664751" y="2336369"/>
            <a:ext cx="4572000" cy="2747075"/>
          </a:xfrm>
        </p:spPr>
        <p:txBody>
          <a:bodyPr>
            <a:normAutofit/>
          </a:bodyPr>
          <a:lstStyle>
            <a:lvl1pPr marL="0" indent="0">
              <a:spcBef>
                <a:spcPts val="0"/>
              </a:spcBef>
              <a:spcAft>
                <a:spcPts val="1200"/>
              </a:spcAft>
              <a:buNone/>
              <a:defRPr sz="1400">
                <a:solidFill>
                  <a:srgbClr val="003349"/>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2" name="Picture 1" descr="A black background with blue letters&#10;&#10;AI-generated content may be incorrect.">
            <a:extLst>
              <a:ext uri="{FF2B5EF4-FFF2-40B4-BE49-F238E27FC236}">
                <a16:creationId xmlns:a16="http://schemas.microsoft.com/office/drawing/2014/main" id="{6C33267A-5015-0974-3249-6F60D69A1F3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3202" y="5997301"/>
            <a:ext cx="1241069" cy="579710"/>
          </a:xfrm>
          <a:prstGeom prst="rect">
            <a:avLst/>
          </a:prstGeom>
        </p:spPr>
      </p:pic>
      <p:sp>
        <p:nvSpPr>
          <p:cNvPr id="3" name="TextBox 2">
            <a:extLst>
              <a:ext uri="{FF2B5EF4-FFF2-40B4-BE49-F238E27FC236}">
                <a16:creationId xmlns:a16="http://schemas.microsoft.com/office/drawing/2014/main" id="{F29F58B3-E222-D35F-61D1-F20BAB5F13B0}"/>
              </a:ext>
            </a:extLst>
          </p:cNvPr>
          <p:cNvSpPr txBox="1"/>
          <p:nvPr userDrawn="1"/>
        </p:nvSpPr>
        <p:spPr>
          <a:xfrm>
            <a:off x="6562672"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cxnSp>
        <p:nvCxnSpPr>
          <p:cNvPr id="4" name="Straight Connector 3">
            <a:extLst>
              <a:ext uri="{FF2B5EF4-FFF2-40B4-BE49-F238E27FC236}">
                <a16:creationId xmlns:a16="http://schemas.microsoft.com/office/drawing/2014/main" id="{E70D7390-3079-D930-1BE5-59D25B0ED487}"/>
              </a:ext>
            </a:extLst>
          </p:cNvPr>
          <p:cNvCxnSpPr/>
          <p:nvPr userDrawn="1"/>
        </p:nvCxnSpPr>
        <p:spPr>
          <a:xfrm>
            <a:off x="9869554" y="5997301"/>
            <a:ext cx="0" cy="602288"/>
          </a:xfrm>
          <a:prstGeom prst="line">
            <a:avLst/>
          </a:prstGeom>
          <a:ln w="6350">
            <a:solidFill>
              <a:srgbClr val="003349"/>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94CEF4C-798B-AA37-A9DD-D9454D6BD89C}"/>
              </a:ext>
            </a:extLst>
          </p:cNvPr>
          <p:cNvPicPr>
            <a:picLocks noChangeAspect="1"/>
          </p:cNvPicPr>
          <p:nvPr userDrawn="1"/>
        </p:nvPicPr>
        <p:blipFill>
          <a:blip r:embed="rId3"/>
          <a:stretch>
            <a:fillRect/>
          </a:stretch>
        </p:blipFill>
        <p:spPr>
          <a:xfrm>
            <a:off x="9998992" y="5997301"/>
            <a:ext cx="1489539" cy="572201"/>
          </a:xfrm>
          <a:prstGeom prst="rect">
            <a:avLst/>
          </a:prstGeom>
        </p:spPr>
      </p:pic>
    </p:spTree>
    <p:extLst>
      <p:ext uri="{BB962C8B-B14F-4D97-AF65-F5344CB8AC3E}">
        <p14:creationId xmlns:p14="http://schemas.microsoft.com/office/powerpoint/2010/main" val="37091301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Footer Only - Joybir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CBE2-9EBC-574D-8468-46D682D7DB2D}"/>
              </a:ext>
            </a:extLst>
          </p:cNvPr>
          <p:cNvSpPr>
            <a:spLocks noGrp="1"/>
          </p:cNvSpPr>
          <p:nvPr>
            <p:ph type="title"/>
          </p:nvPr>
        </p:nvSpPr>
        <p:spPr>
          <a:xfrm>
            <a:off x="838200" y="704256"/>
            <a:ext cx="10515600" cy="528315"/>
          </a:xfrm>
        </p:spPr>
        <p:txBody>
          <a:bodyPr>
            <a:noAutofit/>
          </a:bodyPr>
          <a:lstStyle>
            <a:lvl1pPr>
              <a:defRPr sz="3500">
                <a:solidFill>
                  <a:srgbClr val="003349"/>
                </a:solidFill>
              </a:defRPr>
            </a:lvl1pPr>
          </a:lstStyle>
          <a:p>
            <a:r>
              <a:rPr lang="en-US"/>
              <a:t>Click to edit Master title style</a:t>
            </a:r>
            <a:endParaRPr lang="en-US" dirty="0"/>
          </a:p>
        </p:txBody>
      </p:sp>
      <p:pic>
        <p:nvPicPr>
          <p:cNvPr id="4" name="Picture 3" descr="A black background with blue letters&#10;&#10;AI-generated content may be incorrect.">
            <a:extLst>
              <a:ext uri="{FF2B5EF4-FFF2-40B4-BE49-F238E27FC236}">
                <a16:creationId xmlns:a16="http://schemas.microsoft.com/office/drawing/2014/main" id="{562B6DDD-5CF4-50C6-1F31-825AA10FB06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3202" y="5997301"/>
            <a:ext cx="1241069" cy="579710"/>
          </a:xfrm>
          <a:prstGeom prst="rect">
            <a:avLst/>
          </a:prstGeom>
        </p:spPr>
      </p:pic>
      <p:sp>
        <p:nvSpPr>
          <p:cNvPr id="5" name="Text Placeholder 6">
            <a:extLst>
              <a:ext uri="{FF2B5EF4-FFF2-40B4-BE49-F238E27FC236}">
                <a16:creationId xmlns:a16="http://schemas.microsoft.com/office/drawing/2014/main" id="{F7BB3BA7-C3E4-4D47-5832-8B31541056DF}"/>
              </a:ext>
            </a:extLst>
          </p:cNvPr>
          <p:cNvSpPr>
            <a:spLocks noGrp="1"/>
          </p:cNvSpPr>
          <p:nvPr>
            <p:ph type="body" sz="quarter" idx="11" hasCustomPrompt="1"/>
          </p:nvPr>
        </p:nvSpPr>
        <p:spPr>
          <a:xfrm>
            <a:off x="1433109" y="6463064"/>
            <a:ext cx="4934706" cy="136525"/>
          </a:xfrm>
        </p:spPr>
        <p:txBody>
          <a:bodyPr lIns="0" tIns="0" rIns="0" bIns="0" anchor="b" anchorCtr="0">
            <a:noAutofit/>
          </a:bodyPr>
          <a:lstStyle>
            <a:lvl1pPr marL="0" indent="0">
              <a:buFontTx/>
              <a:buNone/>
              <a:defRPr sz="700" b="1" spc="200" baseline="0">
                <a:solidFill>
                  <a:srgbClr val="003349"/>
                </a:solidFill>
              </a:defRPr>
            </a:lvl1pPr>
            <a:lvl2pPr marL="457200" indent="0">
              <a:buFontTx/>
              <a:buNone/>
              <a:defRPr sz="1000"/>
            </a:lvl2pPr>
            <a:lvl3pPr marL="914400" indent="0">
              <a:buFontTx/>
              <a:buNone/>
              <a:defRPr sz="1000"/>
            </a:lvl3pPr>
            <a:lvl4pPr marL="1371600" indent="0">
              <a:buFontTx/>
              <a:buNone/>
              <a:defRPr sz="1000"/>
            </a:lvl4pPr>
            <a:lvl5pPr marL="1828800" indent="0">
              <a:buFontTx/>
              <a:buNone/>
              <a:defRPr sz="1000"/>
            </a:lvl5pPr>
          </a:lstStyle>
          <a:p>
            <a:pPr lvl="0"/>
            <a:r>
              <a:rPr lang="en-US" dirty="0"/>
              <a:t>PRESENTATION TITLE</a:t>
            </a:r>
          </a:p>
        </p:txBody>
      </p:sp>
      <p:sp>
        <p:nvSpPr>
          <p:cNvPr id="9" name="Text Placeholder 8">
            <a:extLst>
              <a:ext uri="{FF2B5EF4-FFF2-40B4-BE49-F238E27FC236}">
                <a16:creationId xmlns:a16="http://schemas.microsoft.com/office/drawing/2014/main" id="{94B24348-D9E0-39EB-2F99-279C064E111E}"/>
              </a:ext>
            </a:extLst>
          </p:cNvPr>
          <p:cNvSpPr>
            <a:spLocks noGrp="1"/>
          </p:cNvSpPr>
          <p:nvPr>
            <p:ph type="body" sz="quarter" idx="12" hasCustomPrompt="1"/>
          </p:nvPr>
        </p:nvSpPr>
        <p:spPr>
          <a:xfrm>
            <a:off x="816390" y="6463063"/>
            <a:ext cx="366463" cy="136526"/>
          </a:xfrm>
        </p:spPr>
        <p:txBody>
          <a:bodyPr lIns="0" tIns="0" rIns="0" bIns="0" anchor="b" anchorCtr="0">
            <a:noAutofit/>
          </a:bodyPr>
          <a:lstStyle>
            <a:lvl1pPr marL="0" indent="0" algn="ctr">
              <a:buFontTx/>
              <a:buNone/>
              <a:defRPr sz="700" b="1">
                <a:solidFill>
                  <a:srgbClr val="003349"/>
                </a:solidFill>
              </a:defRPr>
            </a:lvl1pPr>
            <a:lvl2pPr>
              <a:defRPr sz="800"/>
            </a:lvl2pPr>
            <a:lvl3pPr>
              <a:defRPr sz="800"/>
            </a:lvl3pPr>
            <a:lvl4pPr>
              <a:defRPr sz="800"/>
            </a:lvl4pPr>
            <a:lvl5pPr>
              <a:defRPr sz="800"/>
            </a:lvl5pPr>
          </a:lstStyle>
          <a:p>
            <a:pPr lvl="0"/>
            <a:fld id="{24256386-74F2-2848-8ED6-1A32944C80C0}" type="slidenum">
              <a:rPr lang="en-US" smtClean="0"/>
              <a:t>‹#›</a:t>
            </a:fld>
            <a:endParaRPr lang="en-US" dirty="0"/>
          </a:p>
        </p:txBody>
      </p:sp>
      <p:cxnSp>
        <p:nvCxnSpPr>
          <p:cNvPr id="11" name="Straight Connector 10">
            <a:extLst>
              <a:ext uri="{FF2B5EF4-FFF2-40B4-BE49-F238E27FC236}">
                <a16:creationId xmlns:a16="http://schemas.microsoft.com/office/drawing/2014/main" id="{8BFA9C38-A6A6-B607-D854-024D5DB02F0B}"/>
              </a:ext>
            </a:extLst>
          </p:cNvPr>
          <p:cNvCxnSpPr>
            <a:cxnSpLocks/>
          </p:cNvCxnSpPr>
          <p:nvPr userDrawn="1"/>
        </p:nvCxnSpPr>
        <p:spPr>
          <a:xfrm>
            <a:off x="1236724" y="6474214"/>
            <a:ext cx="0" cy="136526"/>
          </a:xfrm>
          <a:prstGeom prst="line">
            <a:avLst/>
          </a:prstGeom>
          <a:ln>
            <a:solidFill>
              <a:srgbClr val="00334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A2AA020-CBF2-23FA-8153-581D9F2EA3A3}"/>
              </a:ext>
            </a:extLst>
          </p:cNvPr>
          <p:cNvSpPr txBox="1"/>
          <p:nvPr userDrawn="1"/>
        </p:nvSpPr>
        <p:spPr>
          <a:xfrm>
            <a:off x="6562672" y="6483989"/>
            <a:ext cx="1745673" cy="123111"/>
          </a:xfrm>
          <a:prstGeom prst="rect">
            <a:avLst/>
          </a:prstGeom>
          <a:noFill/>
        </p:spPr>
        <p:txBody>
          <a:bodyPr wrap="square" lIns="0" tIns="0" rIns="0" bIns="0" rtlCol="0" anchor="b" anchorCtr="0">
            <a:spAutoFit/>
          </a:bodyPr>
          <a:lstStyle/>
          <a:p>
            <a:pPr algn="r"/>
            <a:r>
              <a:rPr lang="en-US" sz="800" dirty="0">
                <a:solidFill>
                  <a:srgbClr val="003349">
                    <a:alpha val="40000"/>
                  </a:srgbClr>
                </a:solidFill>
              </a:rPr>
              <a:t>Confidential. Internal Use Only.</a:t>
            </a:r>
          </a:p>
        </p:txBody>
      </p:sp>
      <p:cxnSp>
        <p:nvCxnSpPr>
          <p:cNvPr id="13" name="Straight Connector 12">
            <a:extLst>
              <a:ext uri="{FF2B5EF4-FFF2-40B4-BE49-F238E27FC236}">
                <a16:creationId xmlns:a16="http://schemas.microsoft.com/office/drawing/2014/main" id="{AEF8FD3A-3D51-1E45-413A-888E519F3D47}"/>
              </a:ext>
            </a:extLst>
          </p:cNvPr>
          <p:cNvCxnSpPr/>
          <p:nvPr userDrawn="1"/>
        </p:nvCxnSpPr>
        <p:spPr>
          <a:xfrm>
            <a:off x="9869554" y="5997301"/>
            <a:ext cx="0" cy="602288"/>
          </a:xfrm>
          <a:prstGeom prst="line">
            <a:avLst/>
          </a:prstGeom>
          <a:ln w="6350">
            <a:solidFill>
              <a:srgbClr val="003349"/>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918AE042-7B3A-1263-F146-A86B37C7B9F2}"/>
              </a:ext>
            </a:extLst>
          </p:cNvPr>
          <p:cNvPicPr>
            <a:picLocks noChangeAspect="1"/>
          </p:cNvPicPr>
          <p:nvPr userDrawn="1"/>
        </p:nvPicPr>
        <p:blipFill>
          <a:blip r:embed="rId3"/>
          <a:stretch>
            <a:fillRect/>
          </a:stretch>
        </p:blipFill>
        <p:spPr>
          <a:xfrm>
            <a:off x="9998992" y="5997301"/>
            <a:ext cx="1489539" cy="572201"/>
          </a:xfrm>
          <a:prstGeom prst="rect">
            <a:avLst/>
          </a:prstGeom>
        </p:spPr>
      </p:pic>
    </p:spTree>
    <p:extLst>
      <p:ext uri="{BB962C8B-B14F-4D97-AF65-F5344CB8AC3E}">
        <p14:creationId xmlns:p14="http://schemas.microsoft.com/office/powerpoint/2010/main" val="161625721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56BB4A-534A-1043-8D30-0355A23EA5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9021C10-4421-D046-90FF-44579D8A0C81}"/>
              </a:ext>
            </a:extLst>
          </p:cNvPr>
          <p:cNvSpPr>
            <a:spLocks noGrp="1"/>
          </p:cNvSpPr>
          <p:nvPr>
            <p:ph type="body" idx="1"/>
          </p:nvPr>
        </p:nvSpPr>
        <p:spPr>
          <a:xfrm>
            <a:off x="838200" y="1825625"/>
            <a:ext cx="10515600" cy="36415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60610139"/>
      </p:ext>
    </p:extLst>
  </p:cSld>
  <p:clrMap bg1="lt1" tx1="dk1" bg2="lt2" tx2="dk2" accent1="accent1" accent2="accent2" accent3="accent3" accent4="accent4" accent5="accent5" accent6="accent6" hlink="hlink" folHlink="folHlink"/>
  <p:sldLayoutIdLst>
    <p:sldLayoutId id="2147483649" r:id="rId1"/>
    <p:sldLayoutId id="2147483676" r:id="rId2"/>
    <p:sldLayoutId id="2147483677" r:id="rId3"/>
    <p:sldLayoutId id="2147483664" r:id="rId4"/>
    <p:sldLayoutId id="2147483660" r:id="rId5"/>
    <p:sldLayoutId id="2147483650" r:id="rId6"/>
    <p:sldLayoutId id="2147483663" r:id="rId7"/>
    <p:sldLayoutId id="2147483690" r:id="rId8"/>
    <p:sldLayoutId id="2147483691" r:id="rId9"/>
    <p:sldLayoutId id="2147483652" r:id="rId10"/>
    <p:sldLayoutId id="2147483678" r:id="rId11"/>
    <p:sldLayoutId id="2147483661" r:id="rId12"/>
    <p:sldLayoutId id="2147483667" r:id="rId13"/>
    <p:sldLayoutId id="2147483679" r:id="rId14"/>
    <p:sldLayoutId id="2147483666" r:id="rId15"/>
    <p:sldLayoutId id="2147483654" r:id="rId16"/>
    <p:sldLayoutId id="2147483668" r:id="rId17"/>
    <p:sldLayoutId id="2147483669" r:id="rId18"/>
    <p:sldLayoutId id="2147483670" r:id="rId19"/>
    <p:sldLayoutId id="2147483665" r:id="rId20"/>
    <p:sldLayoutId id="2147483672" r:id="rId21"/>
    <p:sldLayoutId id="2147483655" r:id="rId22"/>
    <p:sldLayoutId id="2147483673" r:id="rId23"/>
    <p:sldLayoutId id="2147483671" r:id="rId24"/>
    <p:sldLayoutId id="2147483674" r:id="rId25"/>
    <p:sldLayoutId id="2147483675" r:id="rId26"/>
    <p:sldLayoutId id="2147483662" r:id="rId27"/>
    <p:sldLayoutId id="2147483689" r:id="rId28"/>
    <p:sldLayoutId id="2147483680" r:id="rId29"/>
    <p:sldLayoutId id="2147483682" r:id="rId30"/>
    <p:sldLayoutId id="2147483684" r:id="rId31"/>
    <p:sldLayoutId id="2147483686" r:id="rId32"/>
    <p:sldLayoutId id="2147483688" r:id="rId33"/>
    <p:sldLayoutId id="2147483681" r:id="rId34"/>
    <p:sldLayoutId id="2147483683" r:id="rId35"/>
    <p:sldLayoutId id="2147483685" r:id="rId36"/>
    <p:sldLayoutId id="2147483687" r:id="rId37"/>
  </p:sldLayoutIdLst>
  <p:hf hdr="0" ftr="0" dt="0"/>
  <p:txStyles>
    <p:titleStyle>
      <a:lvl1pPr algn="l" defTabSz="914400" rtl="0" eaLnBrk="1" latinLnBrk="0" hangingPunct="1">
        <a:lnSpc>
          <a:spcPct val="90000"/>
        </a:lnSpc>
        <a:spcBef>
          <a:spcPct val="0"/>
        </a:spcBef>
        <a:buNone/>
        <a:defRPr sz="4400" b="1" kern="1200">
          <a:solidFill>
            <a:srgbClr val="003349"/>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19.xml"/><Relationship Id="rId5" Type="http://schemas.openxmlformats.org/officeDocument/2006/relationships/image" Target="../media/image26.emf"/><Relationship Id="rId4" Type="http://schemas.openxmlformats.org/officeDocument/2006/relationships/image" Target="../media/image25.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chart" Target="../charts/chart2.xml"/></Relationships>
</file>

<file path=ppt/slides/_rels/slide2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3" Type="http://schemas.openxmlformats.org/officeDocument/2006/relationships/image" Target="../media/image24.emf"/><Relationship Id="rId18" Type="http://schemas.openxmlformats.org/officeDocument/2006/relationships/image" Target="../media/image56.emf"/><Relationship Id="rId26" Type="http://schemas.openxmlformats.org/officeDocument/2006/relationships/image" Target="../media/image63.emf"/><Relationship Id="rId39" Type="http://schemas.openxmlformats.org/officeDocument/2006/relationships/image" Target="../media/image75.emf"/><Relationship Id="rId21" Type="http://schemas.openxmlformats.org/officeDocument/2006/relationships/image" Target="../media/image59.emf"/><Relationship Id="rId34" Type="http://schemas.openxmlformats.org/officeDocument/2006/relationships/image" Target="../media/image71.emf"/><Relationship Id="rId42" Type="http://schemas.openxmlformats.org/officeDocument/2006/relationships/image" Target="../media/image78.emf"/><Relationship Id="rId47" Type="http://schemas.openxmlformats.org/officeDocument/2006/relationships/image" Target="../media/image82.png"/><Relationship Id="rId7" Type="http://schemas.openxmlformats.org/officeDocument/2006/relationships/image" Target="../media/image46.emf"/><Relationship Id="rId2" Type="http://schemas.openxmlformats.org/officeDocument/2006/relationships/image" Target="../media/image23.emf"/><Relationship Id="rId16" Type="http://schemas.openxmlformats.org/officeDocument/2006/relationships/image" Target="../media/image54.emf"/><Relationship Id="rId29" Type="http://schemas.openxmlformats.org/officeDocument/2006/relationships/image" Target="../media/image66.emf"/><Relationship Id="rId1" Type="http://schemas.openxmlformats.org/officeDocument/2006/relationships/slideLayout" Target="../slideLayouts/slideLayout24.xml"/><Relationship Id="rId6" Type="http://schemas.openxmlformats.org/officeDocument/2006/relationships/image" Target="../media/image45.emf"/><Relationship Id="rId11" Type="http://schemas.openxmlformats.org/officeDocument/2006/relationships/image" Target="../media/image50.emf"/><Relationship Id="rId24" Type="http://schemas.openxmlformats.org/officeDocument/2006/relationships/image" Target="../media/image25.emf"/><Relationship Id="rId32" Type="http://schemas.openxmlformats.org/officeDocument/2006/relationships/image" Target="../media/image69.emf"/><Relationship Id="rId37" Type="http://schemas.openxmlformats.org/officeDocument/2006/relationships/image" Target="../media/image73.emf"/><Relationship Id="rId40" Type="http://schemas.openxmlformats.org/officeDocument/2006/relationships/image" Target="../media/image76.emf"/><Relationship Id="rId45" Type="http://schemas.openxmlformats.org/officeDocument/2006/relationships/image" Target="../media/image81.emf"/><Relationship Id="rId5" Type="http://schemas.openxmlformats.org/officeDocument/2006/relationships/image" Target="../media/image44.emf"/><Relationship Id="rId15" Type="http://schemas.openxmlformats.org/officeDocument/2006/relationships/image" Target="../media/image53.emf"/><Relationship Id="rId23" Type="http://schemas.openxmlformats.org/officeDocument/2006/relationships/image" Target="../media/image61.emf"/><Relationship Id="rId28" Type="http://schemas.openxmlformats.org/officeDocument/2006/relationships/image" Target="../media/image65.emf"/><Relationship Id="rId36" Type="http://schemas.openxmlformats.org/officeDocument/2006/relationships/image" Target="../media/image72.emf"/><Relationship Id="rId10" Type="http://schemas.openxmlformats.org/officeDocument/2006/relationships/image" Target="../media/image49.emf"/><Relationship Id="rId19" Type="http://schemas.openxmlformats.org/officeDocument/2006/relationships/image" Target="../media/image57.emf"/><Relationship Id="rId31" Type="http://schemas.openxmlformats.org/officeDocument/2006/relationships/image" Target="../media/image68.emf"/><Relationship Id="rId44" Type="http://schemas.openxmlformats.org/officeDocument/2006/relationships/image" Target="../media/image80.emf"/><Relationship Id="rId4" Type="http://schemas.openxmlformats.org/officeDocument/2006/relationships/image" Target="../media/image43.emf"/><Relationship Id="rId9" Type="http://schemas.openxmlformats.org/officeDocument/2006/relationships/image" Target="../media/image48.emf"/><Relationship Id="rId14" Type="http://schemas.openxmlformats.org/officeDocument/2006/relationships/image" Target="../media/image52.emf"/><Relationship Id="rId22" Type="http://schemas.openxmlformats.org/officeDocument/2006/relationships/image" Target="../media/image60.emf"/><Relationship Id="rId27" Type="http://schemas.openxmlformats.org/officeDocument/2006/relationships/image" Target="../media/image64.emf"/><Relationship Id="rId30" Type="http://schemas.openxmlformats.org/officeDocument/2006/relationships/image" Target="../media/image67.emf"/><Relationship Id="rId35" Type="http://schemas.openxmlformats.org/officeDocument/2006/relationships/image" Target="../media/image26.emf"/><Relationship Id="rId43" Type="http://schemas.openxmlformats.org/officeDocument/2006/relationships/image" Target="../media/image79.emf"/><Relationship Id="rId8" Type="http://schemas.openxmlformats.org/officeDocument/2006/relationships/image" Target="../media/image47.emf"/><Relationship Id="rId3" Type="http://schemas.openxmlformats.org/officeDocument/2006/relationships/image" Target="../media/image42.emf"/><Relationship Id="rId12" Type="http://schemas.openxmlformats.org/officeDocument/2006/relationships/image" Target="../media/image51.emf"/><Relationship Id="rId17" Type="http://schemas.openxmlformats.org/officeDocument/2006/relationships/image" Target="../media/image55.emf"/><Relationship Id="rId25" Type="http://schemas.openxmlformats.org/officeDocument/2006/relationships/image" Target="../media/image62.emf"/><Relationship Id="rId33" Type="http://schemas.openxmlformats.org/officeDocument/2006/relationships/image" Target="../media/image70.emf"/><Relationship Id="rId38" Type="http://schemas.openxmlformats.org/officeDocument/2006/relationships/image" Target="../media/image74.emf"/><Relationship Id="rId46" Type="http://schemas.openxmlformats.org/officeDocument/2006/relationships/hyperlink" Target="https://iconoir.com/" TargetMode="External"/><Relationship Id="rId20" Type="http://schemas.openxmlformats.org/officeDocument/2006/relationships/image" Target="../media/image58.emf"/><Relationship Id="rId41" Type="http://schemas.openxmlformats.org/officeDocument/2006/relationships/image" Target="../media/image7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588AA-7EF0-DD45-B167-3AB8CFDC52A0}"/>
              </a:ext>
            </a:extLst>
          </p:cNvPr>
          <p:cNvSpPr>
            <a:spLocks noGrp="1"/>
          </p:cNvSpPr>
          <p:nvPr>
            <p:ph type="ctrTitle"/>
          </p:nvPr>
        </p:nvSpPr>
        <p:spPr/>
        <p:txBody>
          <a:bodyPr/>
          <a:lstStyle/>
          <a:p>
            <a:r>
              <a:rPr lang="en-US" b="1" dirty="0"/>
              <a:t>Sample Presentation Title</a:t>
            </a:r>
          </a:p>
        </p:txBody>
      </p:sp>
      <p:sp>
        <p:nvSpPr>
          <p:cNvPr id="3" name="Subtitle 2">
            <a:extLst>
              <a:ext uri="{FF2B5EF4-FFF2-40B4-BE49-F238E27FC236}">
                <a16:creationId xmlns:a16="http://schemas.microsoft.com/office/drawing/2014/main" id="{14D78055-59EA-2E4C-A87A-07A614921678}"/>
              </a:ext>
            </a:extLst>
          </p:cNvPr>
          <p:cNvSpPr>
            <a:spLocks noGrp="1"/>
          </p:cNvSpPr>
          <p:nvPr>
            <p:ph type="subTitle" idx="1"/>
          </p:nvPr>
        </p:nvSpPr>
        <p:spPr/>
        <p:txBody>
          <a:bodyPr>
            <a:normAutofit/>
          </a:bodyPr>
          <a:lstStyle/>
          <a:p>
            <a:r>
              <a:rPr lang="en-US" dirty="0"/>
              <a:t>JULY 8, 2025</a:t>
            </a:r>
          </a:p>
        </p:txBody>
      </p:sp>
    </p:spTree>
    <p:extLst>
      <p:ext uri="{BB962C8B-B14F-4D97-AF65-F5344CB8AC3E}">
        <p14:creationId xmlns:p14="http://schemas.microsoft.com/office/powerpoint/2010/main" val="675252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DDF0-4479-4D53-FA14-0DA5377D648A}"/>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53274CB5-0905-504D-357A-334FCE8ACE3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125499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F68F1-143E-29F0-5A14-6F70A859A094}"/>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4BED0327-81ED-F0B8-874D-427ED755577C}"/>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593738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AD525-71EF-4940-9360-B7BCFB1290B5}"/>
              </a:ext>
            </a:extLst>
          </p:cNvPr>
          <p:cNvSpPr>
            <a:spLocks noGrp="1"/>
          </p:cNvSpPr>
          <p:nvPr>
            <p:ph type="title"/>
          </p:nvPr>
        </p:nvSpPr>
        <p:spPr/>
        <p:txBody>
          <a:bodyPr/>
          <a:lstStyle/>
          <a:p>
            <a:r>
              <a:rPr lang="en-US" b="1" dirty="0">
                <a:solidFill>
                  <a:srgbClr val="003349"/>
                </a:solidFill>
                <a:latin typeface="Georgia" panose="02040502050405020303" pitchFamily="18" charset="0"/>
              </a:rPr>
              <a:t>Sample Headline</a:t>
            </a:r>
          </a:p>
        </p:txBody>
      </p:sp>
      <p:sp>
        <p:nvSpPr>
          <p:cNvPr id="3" name="Content Placeholder 2">
            <a:extLst>
              <a:ext uri="{FF2B5EF4-FFF2-40B4-BE49-F238E27FC236}">
                <a16:creationId xmlns:a16="http://schemas.microsoft.com/office/drawing/2014/main" id="{7C3E15BC-7BCD-3B48-9B22-6D5CAEC252CE}"/>
              </a:ext>
            </a:extLst>
          </p:cNvPr>
          <p:cNvSpPr>
            <a:spLocks noGrp="1"/>
          </p:cNvSpPr>
          <p:nvPr>
            <p:ph idx="1"/>
          </p:nvPr>
        </p:nvSpPr>
        <p:spPr/>
        <p:txBody>
          <a:bodyPr>
            <a:normAutofit/>
          </a:bodyPr>
          <a:lstStyle/>
          <a:p>
            <a:r>
              <a:rPr lang="en-US" dirty="0">
                <a:latin typeface="Arial" panose="020B0604020202020204" pitchFamily="34" charset="0"/>
                <a:cs typeface="Arial" panose="020B0604020202020204" pitchFamily="34" charset="0"/>
              </a:rPr>
              <a:t>Lorem ipsum dolor sit amet, consectetuer adipiscing elit, sed diam nonummy nibh euismod tincidunt ut laoreet dolore magna aliquam erat volutpat. Ut wisi enim ad minim veniam, quis nostrud exerci tation ullamcorper.</a:t>
            </a:r>
          </a:p>
          <a:p>
            <a:r>
              <a:rPr lang="en-US" dirty="0">
                <a:latin typeface="Arial" panose="020B0604020202020204" pitchFamily="34" charset="0"/>
                <a:cs typeface="Arial" panose="020B0604020202020204" pitchFamily="34" charset="0"/>
              </a:rPr>
              <a:t>Duis autem vel eum iriure dolor in </a:t>
            </a:r>
            <a:r>
              <a:rPr lang="en-US" dirty="0" err="1">
                <a:latin typeface="Arial" panose="020B0604020202020204" pitchFamily="34" charset="0"/>
                <a:cs typeface="Arial" panose="020B0604020202020204" pitchFamily="34" charset="0"/>
              </a:rPr>
              <a:t>hendrerit</a:t>
            </a:r>
            <a:r>
              <a:rPr lang="en-US" dirty="0">
                <a:latin typeface="Arial" panose="020B0604020202020204" pitchFamily="34" charset="0"/>
                <a:cs typeface="Arial" panose="020B0604020202020204" pitchFamily="34" charset="0"/>
              </a:rPr>
              <a:t> in </a:t>
            </a:r>
            <a:r>
              <a:rPr lang="en-US" dirty="0" err="1">
                <a:latin typeface="Arial" panose="020B0604020202020204" pitchFamily="34" charset="0"/>
                <a:cs typeface="Arial" panose="020B0604020202020204" pitchFamily="34" charset="0"/>
              </a:rPr>
              <a:t>vulputate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velit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esse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molestie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consequat</a:t>
            </a:r>
            <a:r>
              <a:rPr lang="en-US" dirty="0">
                <a:latin typeface="Arial" panose="020B0604020202020204" pitchFamily="34" charset="0"/>
                <a:cs typeface="Arial" panose="020B0604020202020204" pitchFamily="34" charset="0"/>
              </a:rPr>
              <a:t>, vel illum dolore </a:t>
            </a:r>
            <a:r>
              <a:rPr lang="en-US" dirty="0" err="1">
                <a:latin typeface="Arial" panose="020B0604020202020204" pitchFamily="34" charset="0"/>
                <a:cs typeface="Arial" panose="020B0604020202020204" pitchFamily="34" charset="0"/>
              </a:rPr>
              <a:t>eu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feugiat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nulla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facilisis</a:t>
            </a:r>
            <a:r>
              <a:rPr lang="en-US" dirty="0">
                <a:latin typeface="Arial" panose="020B0604020202020204" pitchFamily="34" charset="0"/>
                <a:cs typeface="Arial" panose="020B0604020202020204" pitchFamily="34" charset="0"/>
              </a:rPr>
              <a:t> at </a:t>
            </a:r>
            <a:r>
              <a:rPr lang="en-US" dirty="0" err="1">
                <a:latin typeface="Arial" panose="020B0604020202020204" pitchFamily="34" charset="0"/>
                <a:cs typeface="Arial" panose="020B0604020202020204" pitchFamily="34" charset="0"/>
              </a:rPr>
              <a:t>vero</a:t>
            </a:r>
            <a:r>
              <a:rPr lang="en-US" dirty="0">
                <a:latin typeface="Arial" panose="020B0604020202020204" pitchFamily="34" charset="0"/>
                <a:cs typeface="Arial" panose="020B0604020202020204" pitchFamily="34" charset="0"/>
              </a:rPr>
              <a:t> eros et </a:t>
            </a:r>
            <a:r>
              <a:rPr lang="en-US" dirty="0" err="1">
                <a:latin typeface="Arial" panose="020B0604020202020204" pitchFamily="34" charset="0"/>
                <a:cs typeface="Arial" panose="020B0604020202020204" pitchFamily="34" charset="0"/>
              </a:rPr>
              <a:t>accumsan</a:t>
            </a:r>
            <a:r>
              <a:rPr lang="en-US" dirty="0">
                <a:latin typeface="Arial" panose="020B0604020202020204" pitchFamily="34" charset="0"/>
                <a:cs typeface="Arial" panose="020B0604020202020204" pitchFamily="34" charset="0"/>
              </a:rPr>
              <a:t> et </a:t>
            </a:r>
            <a:r>
              <a:rPr lang="en-US" dirty="0" err="1">
                <a:latin typeface="Arial" panose="020B0604020202020204" pitchFamily="34" charset="0"/>
                <a:cs typeface="Arial" panose="020B0604020202020204" pitchFamily="34" charset="0"/>
              </a:rPr>
              <a:t>iusto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odio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dignissim</a:t>
            </a:r>
            <a:r>
              <a:rPr lang="en-US" dirty="0">
                <a:latin typeface="Arial" panose="020B0604020202020204" pitchFamily="34" charset="0"/>
                <a:cs typeface="Arial" panose="020B0604020202020204" pitchFamily="34" charset="0"/>
              </a:rPr>
              <a:t> qui </a:t>
            </a:r>
            <a:r>
              <a:rPr lang="en-US" dirty="0" err="1">
                <a:latin typeface="Arial" panose="020B0604020202020204" pitchFamily="34" charset="0"/>
                <a:cs typeface="Arial" panose="020B0604020202020204" pitchFamily="34" charset="0"/>
              </a:rPr>
              <a:t>blandit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praesent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luptatum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zzril</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delenit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augue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duis</a:t>
            </a:r>
            <a:r>
              <a:rPr lang="en-US" dirty="0">
                <a:latin typeface="Arial" panose="020B0604020202020204" pitchFamily="34" charset="0"/>
                <a:cs typeface="Arial" panose="020B0604020202020204" pitchFamily="34" charset="0"/>
              </a:rPr>
              <a:t> dolore </a:t>
            </a:r>
            <a:r>
              <a:rPr lang="en-US" dirty="0" err="1">
                <a:latin typeface="Arial" panose="020B0604020202020204" pitchFamily="34" charset="0"/>
                <a:cs typeface="Arial" panose="020B0604020202020204" pitchFamily="34" charset="0"/>
              </a:rPr>
              <a:t>te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feugait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nulla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facilisi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Lorem ipsum dolor sit amet, consectetuer adipiscing elit, sed diam nonummy nibh euismod tincidunt ut laoreet dolore magna aliquam erat volutpat. Ut wisi enim ad minim veniam, quis nostrud exerci tation.</a:t>
            </a:r>
          </a:p>
          <a:p>
            <a:r>
              <a:rPr lang="en-US" dirty="0" err="1">
                <a:latin typeface="Arial" panose="020B0604020202020204" pitchFamily="34" charset="0"/>
                <a:cs typeface="Arial" panose="020B0604020202020204" pitchFamily="34" charset="0"/>
              </a:rPr>
              <a:t>Iobortis</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nisl</a:t>
            </a:r>
            <a:r>
              <a:rPr lang="en-US" dirty="0">
                <a:latin typeface="Arial" panose="020B0604020202020204" pitchFamily="34" charset="0"/>
                <a:cs typeface="Arial" panose="020B0604020202020204" pitchFamily="34" charset="0"/>
              </a:rPr>
              <a:t> ut </a:t>
            </a:r>
            <a:r>
              <a:rPr lang="en-US" dirty="0" err="1">
                <a:latin typeface="Arial" panose="020B0604020202020204" pitchFamily="34" charset="0"/>
                <a:cs typeface="Arial" panose="020B0604020202020204" pitchFamily="34" charset="0"/>
              </a:rPr>
              <a:t>aliquip</a:t>
            </a:r>
            <a:r>
              <a:rPr lang="en-US" dirty="0">
                <a:latin typeface="Arial" panose="020B0604020202020204" pitchFamily="34" charset="0"/>
                <a:cs typeface="Arial" panose="020B0604020202020204" pitchFamily="34" charset="0"/>
              </a:rPr>
              <a:t> ex </a:t>
            </a:r>
            <a:r>
              <a:rPr lang="en-US" dirty="0" err="1">
                <a:latin typeface="Arial" panose="020B0604020202020204" pitchFamily="34" charset="0"/>
                <a:cs typeface="Arial" panose="020B0604020202020204" pitchFamily="34" charset="0"/>
              </a:rPr>
              <a:t>ea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commodo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consequat</a:t>
            </a:r>
            <a:r>
              <a:rPr lang="en-US" dirty="0">
                <a:latin typeface="Arial" panose="020B0604020202020204" pitchFamily="34" charset="0"/>
                <a:cs typeface="Arial" panose="020B0604020202020204" pitchFamily="34" charset="0"/>
              </a:rPr>
              <a:t>. Duis autem vel eum iriure dolor in </a:t>
            </a:r>
            <a:r>
              <a:rPr lang="en-US" dirty="0" err="1">
                <a:latin typeface="Arial" panose="020B0604020202020204" pitchFamily="34" charset="0"/>
                <a:cs typeface="Arial" panose="020B0604020202020204" pitchFamily="34" charset="0"/>
              </a:rPr>
              <a:t>hendrerit</a:t>
            </a:r>
            <a:r>
              <a:rPr lang="en-US" dirty="0">
                <a:latin typeface="Arial" panose="020B0604020202020204" pitchFamily="34" charset="0"/>
                <a:cs typeface="Arial" panose="020B0604020202020204" pitchFamily="34" charset="0"/>
              </a:rPr>
              <a:t> in </a:t>
            </a:r>
            <a:r>
              <a:rPr lang="en-US" dirty="0" err="1">
                <a:latin typeface="Arial" panose="020B0604020202020204" pitchFamily="34" charset="0"/>
                <a:cs typeface="Arial" panose="020B0604020202020204" pitchFamily="34" charset="0"/>
              </a:rPr>
              <a:t>vulputate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velit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esse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molestie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consequat</a:t>
            </a:r>
            <a:r>
              <a:rPr lang="en-US" dirty="0">
                <a:latin typeface="Arial" panose="020B0604020202020204" pitchFamily="34" charset="0"/>
                <a:cs typeface="Arial" panose="020B0604020202020204" pitchFamily="34" charset="0"/>
              </a:rPr>
              <a:t>, vel illum dolore </a:t>
            </a:r>
            <a:r>
              <a:rPr lang="en-US" dirty="0" err="1">
                <a:latin typeface="Arial" panose="020B0604020202020204" pitchFamily="34" charset="0"/>
                <a:cs typeface="Arial" panose="020B0604020202020204" pitchFamily="34" charset="0"/>
              </a:rPr>
              <a:t>eu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feugiat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nulla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facilisis</a:t>
            </a:r>
            <a:r>
              <a:rPr lang="en-US" dirty="0">
                <a:latin typeface="Arial" panose="020B0604020202020204" pitchFamily="34" charset="0"/>
                <a:cs typeface="Arial" panose="020B0604020202020204" pitchFamily="34" charset="0"/>
              </a:rPr>
              <a:t> at </a:t>
            </a:r>
            <a:r>
              <a:rPr lang="en-US" dirty="0" err="1">
                <a:latin typeface="Arial" panose="020B0604020202020204" pitchFamily="34" charset="0"/>
                <a:cs typeface="Arial" panose="020B0604020202020204" pitchFamily="34" charset="0"/>
              </a:rPr>
              <a:t>vero</a:t>
            </a:r>
            <a:r>
              <a:rPr lang="en-US" dirty="0">
                <a:latin typeface="Arial" panose="020B0604020202020204" pitchFamily="34" charset="0"/>
                <a:cs typeface="Arial" panose="020B0604020202020204" pitchFamily="34" charset="0"/>
              </a:rPr>
              <a:t> eros.</a:t>
            </a:r>
          </a:p>
        </p:txBody>
      </p:sp>
      <p:sp>
        <p:nvSpPr>
          <p:cNvPr id="4" name="Text Placeholder 3">
            <a:extLst>
              <a:ext uri="{FF2B5EF4-FFF2-40B4-BE49-F238E27FC236}">
                <a16:creationId xmlns:a16="http://schemas.microsoft.com/office/drawing/2014/main" id="{7C3E792A-A26A-1E1C-03A3-46FB6056C471}"/>
              </a:ext>
            </a:extLst>
          </p:cNvPr>
          <p:cNvSpPr>
            <a:spLocks noGrp="1"/>
          </p:cNvSpPr>
          <p:nvPr>
            <p:ph type="body" sz="quarter" idx="10"/>
          </p:nvPr>
        </p:nvSpPr>
        <p:spPr/>
        <p:txBody>
          <a:bodyPr>
            <a:normAutofit/>
          </a:bodyPr>
          <a:lstStyle/>
          <a:p>
            <a:pPr marL="0" indent="0">
              <a:buNone/>
            </a:pPr>
            <a:r>
              <a:rPr lang="en-US"/>
              <a:t>SAMPLE PRESENTATION TITLE</a:t>
            </a:r>
          </a:p>
        </p:txBody>
      </p:sp>
      <p:sp>
        <p:nvSpPr>
          <p:cNvPr id="5" name="Text Placeholder 4">
            <a:extLst>
              <a:ext uri="{FF2B5EF4-FFF2-40B4-BE49-F238E27FC236}">
                <a16:creationId xmlns:a16="http://schemas.microsoft.com/office/drawing/2014/main" id="{0545FF21-4A16-A13C-84B7-16D41CF116BB}"/>
              </a:ext>
            </a:extLst>
          </p:cNvPr>
          <p:cNvSpPr>
            <a:spLocks noGrp="1"/>
          </p:cNvSpPr>
          <p:nvPr>
            <p:ph type="body" sz="quarter" idx="11"/>
          </p:nvPr>
        </p:nvSpPr>
        <p:spPr/>
        <p:txBody>
          <a:bodyPr>
            <a:normAutofit/>
          </a:bodyPr>
          <a:lstStyle/>
          <a:p>
            <a:pPr marL="0" indent="0">
              <a:buNone/>
            </a:pPr>
            <a:fld id="{9963E444-65D8-7547-A454-868CC5D7F50B}" type="slidenum">
              <a:rPr lang="en-US" smtClean="0"/>
              <a:pPr marL="0" indent="0">
                <a:buNone/>
              </a:pPr>
              <a:t>4</a:t>
            </a:fld>
            <a:endParaRPr lang="en-US"/>
          </a:p>
        </p:txBody>
      </p:sp>
    </p:spTree>
    <p:extLst>
      <p:ext uri="{BB962C8B-B14F-4D97-AF65-F5344CB8AC3E}">
        <p14:creationId xmlns:p14="http://schemas.microsoft.com/office/powerpoint/2010/main" val="394862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9BCC1-A8CA-A955-C1E2-0BC8EA7E5D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FEF3B-F025-9D91-C569-923BD93ED148}"/>
              </a:ext>
            </a:extLst>
          </p:cNvPr>
          <p:cNvSpPr>
            <a:spLocks noGrp="1"/>
          </p:cNvSpPr>
          <p:nvPr>
            <p:ph type="title"/>
          </p:nvPr>
        </p:nvSpPr>
        <p:spPr/>
        <p:txBody>
          <a:bodyPr/>
          <a:lstStyle/>
          <a:p>
            <a:r>
              <a:rPr lang="en-US" b="1">
                <a:solidFill>
                  <a:srgbClr val="003349"/>
                </a:solidFill>
                <a:latin typeface="Georgia" panose="02040502050405020303" pitchFamily="18" charset="0"/>
              </a:rPr>
              <a:t>Sample Headline</a:t>
            </a:r>
          </a:p>
        </p:txBody>
      </p:sp>
      <p:sp>
        <p:nvSpPr>
          <p:cNvPr id="3" name="Content Placeholder 2">
            <a:extLst>
              <a:ext uri="{FF2B5EF4-FFF2-40B4-BE49-F238E27FC236}">
                <a16:creationId xmlns:a16="http://schemas.microsoft.com/office/drawing/2014/main" id="{F5F4F1F9-3EC2-457D-8D78-9776357C6592}"/>
              </a:ext>
            </a:extLst>
          </p:cNvPr>
          <p:cNvSpPr>
            <a:spLocks noGrp="1"/>
          </p:cNvSpPr>
          <p:nvPr>
            <p:ph idx="1"/>
          </p:nvPr>
        </p:nvSpPr>
        <p:spPr/>
        <p:txBody>
          <a:bodyPr>
            <a:normAutofit/>
          </a:bodyPr>
          <a:lstStyle/>
          <a:p>
            <a:r>
              <a:rPr lang="en-US" dirty="0">
                <a:latin typeface="Arial" panose="020B0604020202020204" pitchFamily="34" charset="0"/>
                <a:cs typeface="Arial" panose="020B0604020202020204" pitchFamily="34" charset="0"/>
              </a:rPr>
              <a:t>Lorem ipsum dolor sit amet, consectetuer adipiscing elit, sed diam nonummy nibh euismod tincidunt ut laoreet dolore magna aliquam erat volutpat. Ut wisi enim ad minim veniam, quis nostrud exerci tation ullamcorper.</a:t>
            </a:r>
          </a:p>
          <a:p>
            <a:r>
              <a:rPr lang="en-US" dirty="0">
                <a:latin typeface="Arial" panose="020B0604020202020204" pitchFamily="34" charset="0"/>
                <a:cs typeface="Arial" panose="020B0604020202020204" pitchFamily="34" charset="0"/>
              </a:rPr>
              <a:t>Duis autem vel eum iriure dolor in </a:t>
            </a:r>
            <a:r>
              <a:rPr lang="en-US" dirty="0" err="1">
                <a:latin typeface="Arial" panose="020B0604020202020204" pitchFamily="34" charset="0"/>
                <a:cs typeface="Arial" panose="020B0604020202020204" pitchFamily="34" charset="0"/>
              </a:rPr>
              <a:t>hendrerit</a:t>
            </a:r>
            <a:r>
              <a:rPr lang="en-US" dirty="0">
                <a:latin typeface="Arial" panose="020B0604020202020204" pitchFamily="34" charset="0"/>
                <a:cs typeface="Arial" panose="020B0604020202020204" pitchFamily="34" charset="0"/>
              </a:rPr>
              <a:t> in </a:t>
            </a:r>
            <a:r>
              <a:rPr lang="en-US" dirty="0" err="1">
                <a:latin typeface="Arial" panose="020B0604020202020204" pitchFamily="34" charset="0"/>
                <a:cs typeface="Arial" panose="020B0604020202020204" pitchFamily="34" charset="0"/>
              </a:rPr>
              <a:t>vulputate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velit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esse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molestie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consequat</a:t>
            </a:r>
            <a:r>
              <a:rPr lang="en-US" dirty="0">
                <a:latin typeface="Arial" panose="020B0604020202020204" pitchFamily="34" charset="0"/>
                <a:cs typeface="Arial" panose="020B0604020202020204" pitchFamily="34" charset="0"/>
              </a:rPr>
              <a:t>, vel illum dolore </a:t>
            </a:r>
            <a:r>
              <a:rPr lang="en-US" dirty="0" err="1">
                <a:latin typeface="Arial" panose="020B0604020202020204" pitchFamily="34" charset="0"/>
                <a:cs typeface="Arial" panose="020B0604020202020204" pitchFamily="34" charset="0"/>
              </a:rPr>
              <a:t>eu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feugiat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nulla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facilisis</a:t>
            </a:r>
            <a:r>
              <a:rPr lang="en-US" dirty="0">
                <a:latin typeface="Arial" panose="020B0604020202020204" pitchFamily="34" charset="0"/>
                <a:cs typeface="Arial" panose="020B0604020202020204" pitchFamily="34" charset="0"/>
              </a:rPr>
              <a:t> at </a:t>
            </a:r>
            <a:r>
              <a:rPr lang="en-US" dirty="0" err="1">
                <a:latin typeface="Arial" panose="020B0604020202020204" pitchFamily="34" charset="0"/>
                <a:cs typeface="Arial" panose="020B0604020202020204" pitchFamily="34" charset="0"/>
              </a:rPr>
              <a:t>vero</a:t>
            </a:r>
            <a:r>
              <a:rPr lang="en-US" dirty="0">
                <a:latin typeface="Arial" panose="020B0604020202020204" pitchFamily="34" charset="0"/>
                <a:cs typeface="Arial" panose="020B0604020202020204" pitchFamily="34" charset="0"/>
              </a:rPr>
              <a:t> eros et </a:t>
            </a:r>
            <a:r>
              <a:rPr lang="en-US" dirty="0" err="1">
                <a:latin typeface="Arial" panose="020B0604020202020204" pitchFamily="34" charset="0"/>
                <a:cs typeface="Arial" panose="020B0604020202020204" pitchFamily="34" charset="0"/>
              </a:rPr>
              <a:t>accumsan</a:t>
            </a:r>
            <a:r>
              <a:rPr lang="en-US" dirty="0">
                <a:latin typeface="Arial" panose="020B0604020202020204" pitchFamily="34" charset="0"/>
                <a:cs typeface="Arial" panose="020B0604020202020204" pitchFamily="34" charset="0"/>
              </a:rPr>
              <a:t> et </a:t>
            </a:r>
            <a:r>
              <a:rPr lang="en-US" dirty="0" err="1">
                <a:latin typeface="Arial" panose="020B0604020202020204" pitchFamily="34" charset="0"/>
                <a:cs typeface="Arial" panose="020B0604020202020204" pitchFamily="34" charset="0"/>
              </a:rPr>
              <a:t>iusto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odio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dignissim</a:t>
            </a:r>
            <a:r>
              <a:rPr lang="en-US" dirty="0">
                <a:latin typeface="Arial" panose="020B0604020202020204" pitchFamily="34" charset="0"/>
                <a:cs typeface="Arial" panose="020B0604020202020204" pitchFamily="34" charset="0"/>
              </a:rPr>
              <a:t> qui </a:t>
            </a:r>
            <a:r>
              <a:rPr lang="en-US" dirty="0" err="1">
                <a:latin typeface="Arial" panose="020B0604020202020204" pitchFamily="34" charset="0"/>
                <a:cs typeface="Arial" panose="020B0604020202020204" pitchFamily="34" charset="0"/>
              </a:rPr>
              <a:t>blandit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praesent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luptatum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zzril</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delenit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augue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duis</a:t>
            </a:r>
            <a:r>
              <a:rPr lang="en-US" dirty="0">
                <a:latin typeface="Arial" panose="020B0604020202020204" pitchFamily="34" charset="0"/>
                <a:cs typeface="Arial" panose="020B0604020202020204" pitchFamily="34" charset="0"/>
              </a:rPr>
              <a:t> dolore </a:t>
            </a:r>
            <a:r>
              <a:rPr lang="en-US" dirty="0" err="1">
                <a:latin typeface="Arial" panose="020B0604020202020204" pitchFamily="34" charset="0"/>
                <a:cs typeface="Arial" panose="020B0604020202020204" pitchFamily="34" charset="0"/>
              </a:rPr>
              <a:t>te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feugait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nulla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facilisi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Lorem ipsum dolor sit amet, consectetuer adipiscing elit, sed diam nonummy nibh euismod tincidunt ut laoreet dolore magna aliquam erat volutpat. Ut wisi enim ad minim veniam, quis nostrud exerci tation.</a:t>
            </a:r>
          </a:p>
          <a:p>
            <a:r>
              <a:rPr lang="en-US" dirty="0" err="1">
                <a:latin typeface="Arial" panose="020B0604020202020204" pitchFamily="34" charset="0"/>
                <a:cs typeface="Arial" panose="020B0604020202020204" pitchFamily="34" charset="0"/>
              </a:rPr>
              <a:t>Iobortis</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nisl</a:t>
            </a:r>
            <a:r>
              <a:rPr lang="en-US" dirty="0">
                <a:latin typeface="Arial" panose="020B0604020202020204" pitchFamily="34" charset="0"/>
                <a:cs typeface="Arial" panose="020B0604020202020204" pitchFamily="34" charset="0"/>
              </a:rPr>
              <a:t> ut </a:t>
            </a:r>
            <a:r>
              <a:rPr lang="en-US" dirty="0" err="1">
                <a:latin typeface="Arial" panose="020B0604020202020204" pitchFamily="34" charset="0"/>
                <a:cs typeface="Arial" panose="020B0604020202020204" pitchFamily="34" charset="0"/>
              </a:rPr>
              <a:t>aliquip</a:t>
            </a:r>
            <a:r>
              <a:rPr lang="en-US" dirty="0">
                <a:latin typeface="Arial" panose="020B0604020202020204" pitchFamily="34" charset="0"/>
                <a:cs typeface="Arial" panose="020B0604020202020204" pitchFamily="34" charset="0"/>
              </a:rPr>
              <a:t> ex </a:t>
            </a:r>
            <a:r>
              <a:rPr lang="en-US" dirty="0" err="1">
                <a:latin typeface="Arial" panose="020B0604020202020204" pitchFamily="34" charset="0"/>
                <a:cs typeface="Arial" panose="020B0604020202020204" pitchFamily="34" charset="0"/>
              </a:rPr>
              <a:t>ea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commodo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consequat</a:t>
            </a:r>
            <a:r>
              <a:rPr lang="en-US" dirty="0">
                <a:latin typeface="Arial" panose="020B0604020202020204" pitchFamily="34" charset="0"/>
                <a:cs typeface="Arial" panose="020B0604020202020204" pitchFamily="34" charset="0"/>
              </a:rPr>
              <a:t>. Duis autem vel eum iriure dolor in </a:t>
            </a:r>
            <a:r>
              <a:rPr lang="en-US" dirty="0" err="1">
                <a:latin typeface="Arial" panose="020B0604020202020204" pitchFamily="34" charset="0"/>
                <a:cs typeface="Arial" panose="020B0604020202020204" pitchFamily="34" charset="0"/>
              </a:rPr>
              <a:t>hendrerit</a:t>
            </a:r>
            <a:r>
              <a:rPr lang="en-US" dirty="0">
                <a:latin typeface="Arial" panose="020B0604020202020204" pitchFamily="34" charset="0"/>
                <a:cs typeface="Arial" panose="020B0604020202020204" pitchFamily="34" charset="0"/>
              </a:rPr>
              <a:t> in </a:t>
            </a:r>
            <a:r>
              <a:rPr lang="en-US" dirty="0" err="1">
                <a:latin typeface="Arial" panose="020B0604020202020204" pitchFamily="34" charset="0"/>
                <a:cs typeface="Arial" panose="020B0604020202020204" pitchFamily="34" charset="0"/>
              </a:rPr>
              <a:t>vulputate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velit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esse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molestie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consequat</a:t>
            </a:r>
            <a:r>
              <a:rPr lang="en-US" dirty="0">
                <a:latin typeface="Arial" panose="020B0604020202020204" pitchFamily="34" charset="0"/>
                <a:cs typeface="Arial" panose="020B0604020202020204" pitchFamily="34" charset="0"/>
              </a:rPr>
              <a:t>, vel illum dolore </a:t>
            </a:r>
            <a:r>
              <a:rPr lang="en-US" dirty="0" err="1">
                <a:latin typeface="Arial" panose="020B0604020202020204" pitchFamily="34" charset="0"/>
                <a:cs typeface="Arial" panose="020B0604020202020204" pitchFamily="34" charset="0"/>
              </a:rPr>
              <a:t>eu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feugiat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nulla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facilisis</a:t>
            </a:r>
            <a:r>
              <a:rPr lang="en-US" dirty="0">
                <a:latin typeface="Arial" panose="020B0604020202020204" pitchFamily="34" charset="0"/>
                <a:cs typeface="Arial" panose="020B0604020202020204" pitchFamily="34" charset="0"/>
              </a:rPr>
              <a:t> at </a:t>
            </a:r>
            <a:r>
              <a:rPr lang="en-US" dirty="0" err="1">
                <a:latin typeface="Arial" panose="020B0604020202020204" pitchFamily="34" charset="0"/>
                <a:cs typeface="Arial" panose="020B0604020202020204" pitchFamily="34" charset="0"/>
              </a:rPr>
              <a:t>vero</a:t>
            </a:r>
            <a:r>
              <a:rPr lang="en-US" dirty="0">
                <a:latin typeface="Arial" panose="020B0604020202020204" pitchFamily="34" charset="0"/>
                <a:cs typeface="Arial" panose="020B0604020202020204" pitchFamily="34" charset="0"/>
              </a:rPr>
              <a:t> eros.</a:t>
            </a:r>
          </a:p>
        </p:txBody>
      </p:sp>
      <p:sp>
        <p:nvSpPr>
          <p:cNvPr id="7" name="Text Placeholder 6">
            <a:extLst>
              <a:ext uri="{FF2B5EF4-FFF2-40B4-BE49-F238E27FC236}">
                <a16:creationId xmlns:a16="http://schemas.microsoft.com/office/drawing/2014/main" id="{2CF5344A-0E82-8A53-8FB6-D47F3DA06409}"/>
              </a:ext>
            </a:extLst>
          </p:cNvPr>
          <p:cNvSpPr>
            <a:spLocks noGrp="1"/>
          </p:cNvSpPr>
          <p:nvPr>
            <p:ph type="body" sz="quarter" idx="11"/>
          </p:nvPr>
        </p:nvSpPr>
        <p:spPr/>
        <p:txBody>
          <a:bodyPr>
            <a:normAutofit/>
          </a:bodyPr>
          <a:lstStyle/>
          <a:p>
            <a:fld id="{7B59AAB8-05AD-3247-BD30-68749190AE26}" type="slidenum">
              <a:rPr lang="en-US" smtClean="0"/>
              <a:t>5</a:t>
            </a:fld>
            <a:endParaRPr lang="en-US" dirty="0"/>
          </a:p>
        </p:txBody>
      </p:sp>
      <p:sp>
        <p:nvSpPr>
          <p:cNvPr id="9" name="Text Placeholder 3">
            <a:extLst>
              <a:ext uri="{FF2B5EF4-FFF2-40B4-BE49-F238E27FC236}">
                <a16:creationId xmlns:a16="http://schemas.microsoft.com/office/drawing/2014/main" id="{A5CFD86B-BD34-4B30-362C-B0CD329A73F5}"/>
              </a:ext>
            </a:extLst>
          </p:cNvPr>
          <p:cNvSpPr>
            <a:spLocks noGrp="1"/>
          </p:cNvSpPr>
          <p:nvPr>
            <p:ph type="body" sz="quarter" idx="10"/>
          </p:nvPr>
        </p:nvSpPr>
        <p:spPr>
          <a:xfrm>
            <a:off x="1433109" y="6463064"/>
            <a:ext cx="6141620" cy="136525"/>
          </a:xfrm>
        </p:spPr>
        <p:txBody>
          <a:bodyPr>
            <a:normAutofit/>
          </a:bodyPr>
          <a:lstStyle/>
          <a:p>
            <a:pPr marL="0" indent="0">
              <a:buNone/>
            </a:pPr>
            <a:r>
              <a:rPr lang="en-US"/>
              <a:t>SAMPLE PRESENTATION TITLE</a:t>
            </a:r>
          </a:p>
        </p:txBody>
      </p:sp>
    </p:spTree>
    <p:extLst>
      <p:ext uri="{BB962C8B-B14F-4D97-AF65-F5344CB8AC3E}">
        <p14:creationId xmlns:p14="http://schemas.microsoft.com/office/powerpoint/2010/main" val="1234431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6518DC-0521-A1E7-BA7C-94BBDD3CC108}"/>
              </a:ext>
            </a:extLst>
          </p:cNvPr>
          <p:cNvSpPr>
            <a:spLocks noGrp="1"/>
          </p:cNvSpPr>
          <p:nvPr>
            <p:ph type="title"/>
          </p:nvPr>
        </p:nvSpPr>
        <p:spPr>
          <a:xfrm>
            <a:off x="838200" y="699606"/>
            <a:ext cx="10515600" cy="567936"/>
          </a:xfrm>
        </p:spPr>
        <p:txBody>
          <a:bodyPr/>
          <a:lstStyle/>
          <a:p>
            <a:r>
              <a:rPr lang="en-US" dirty="0"/>
              <a:t>Sample Headline</a:t>
            </a:r>
          </a:p>
        </p:txBody>
      </p:sp>
      <p:sp>
        <p:nvSpPr>
          <p:cNvPr id="5" name="Content Placeholder 4">
            <a:extLst>
              <a:ext uri="{FF2B5EF4-FFF2-40B4-BE49-F238E27FC236}">
                <a16:creationId xmlns:a16="http://schemas.microsoft.com/office/drawing/2014/main" id="{AC5688D2-DE33-66B5-2B1B-E3C9DA8CB749}"/>
              </a:ext>
            </a:extLst>
          </p:cNvPr>
          <p:cNvSpPr>
            <a:spLocks noGrp="1"/>
          </p:cNvSpPr>
          <p:nvPr>
            <p:ph idx="1"/>
          </p:nvPr>
        </p:nvSpPr>
        <p:spPr>
          <a:xfrm>
            <a:off x="838200" y="1492806"/>
            <a:ext cx="10515600" cy="4467320"/>
          </a:xfrm>
        </p:spPr>
        <p:txBody>
          <a:bodyPr>
            <a:normAutofit/>
          </a:bodyPr>
          <a:lstStyle/>
          <a:p>
            <a:r>
              <a:rPr lang="en-US" dirty="0"/>
              <a:t>Lorem ipsum dolor sit amet, consectetuer adipiscing elit, sed diam nonummy nibh euismod tincidunt ut laoreet dolore magna aliquam erat volutpat. Ut wisi enim ad minim veniam, quis nostrud exerci tation ullamcorper.</a:t>
            </a:r>
          </a:p>
          <a:p>
            <a:r>
              <a:rPr lang="en-US" dirty="0"/>
              <a:t>Duis autem vel eum iriure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vel illum dolore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eros et </a:t>
            </a:r>
            <a:r>
              <a:rPr lang="en-US" dirty="0" err="1"/>
              <a:t>accumsan</a:t>
            </a:r>
            <a:r>
              <a:rPr lang="en-US" dirty="0"/>
              <a:t> et </a:t>
            </a:r>
            <a:r>
              <a:rPr lang="en-US" dirty="0" err="1"/>
              <a:t>iusto</a:t>
            </a:r>
            <a:r>
              <a:rPr lang="en-US" dirty="0"/>
              <a:t> </a:t>
            </a:r>
            <a:r>
              <a:rPr lang="en-US" dirty="0" err="1"/>
              <a:t>odio</a:t>
            </a:r>
            <a:r>
              <a:rPr lang="en-US" dirty="0"/>
              <a:t> </a:t>
            </a:r>
            <a:r>
              <a:rPr lang="en-US" dirty="0" err="1"/>
              <a:t>dignissim</a:t>
            </a:r>
            <a:r>
              <a:rPr lang="en-US" dirty="0"/>
              <a:t> qui </a:t>
            </a:r>
            <a:r>
              <a:rPr lang="en-US" dirty="0" err="1"/>
              <a:t>blandit</a:t>
            </a:r>
            <a:r>
              <a:rPr lang="en-US" dirty="0"/>
              <a:t> </a:t>
            </a:r>
            <a:r>
              <a:rPr lang="en-US" dirty="0" err="1"/>
              <a:t>praesent</a:t>
            </a:r>
            <a:r>
              <a:rPr lang="en-US" dirty="0"/>
              <a:t> </a:t>
            </a:r>
            <a:r>
              <a:rPr lang="en-US" dirty="0" err="1"/>
              <a:t>luptatum</a:t>
            </a:r>
            <a:r>
              <a:rPr lang="en-US" dirty="0"/>
              <a:t> </a:t>
            </a:r>
            <a:r>
              <a:rPr lang="en-US" dirty="0" err="1"/>
              <a:t>zzril</a:t>
            </a:r>
            <a:r>
              <a:rPr lang="en-US" dirty="0"/>
              <a:t> </a:t>
            </a:r>
            <a:r>
              <a:rPr lang="en-US" dirty="0" err="1"/>
              <a:t>delenit</a:t>
            </a:r>
            <a:r>
              <a:rPr lang="en-US" dirty="0"/>
              <a:t> </a:t>
            </a:r>
            <a:r>
              <a:rPr lang="en-US" dirty="0" err="1"/>
              <a:t>augue</a:t>
            </a:r>
            <a:r>
              <a:rPr lang="en-US" dirty="0"/>
              <a:t> </a:t>
            </a:r>
            <a:r>
              <a:rPr lang="en-US" dirty="0" err="1"/>
              <a:t>duis</a:t>
            </a:r>
            <a:r>
              <a:rPr lang="en-US" dirty="0"/>
              <a:t> dolore </a:t>
            </a:r>
            <a:r>
              <a:rPr lang="en-US" dirty="0" err="1"/>
              <a:t>te</a:t>
            </a:r>
            <a:r>
              <a:rPr lang="en-US" dirty="0"/>
              <a:t> </a:t>
            </a:r>
            <a:r>
              <a:rPr lang="en-US" dirty="0" err="1"/>
              <a:t>feugait</a:t>
            </a:r>
            <a:r>
              <a:rPr lang="en-US" dirty="0"/>
              <a:t> </a:t>
            </a:r>
            <a:r>
              <a:rPr lang="en-US" dirty="0" err="1"/>
              <a:t>nulla</a:t>
            </a:r>
            <a:r>
              <a:rPr lang="en-US" dirty="0"/>
              <a:t> </a:t>
            </a:r>
            <a:r>
              <a:rPr lang="en-US" dirty="0" err="1"/>
              <a:t>facilisi</a:t>
            </a:r>
            <a:r>
              <a:rPr lang="en-US" dirty="0"/>
              <a:t>. </a:t>
            </a:r>
          </a:p>
          <a:p>
            <a:r>
              <a:rPr lang="en-US" dirty="0"/>
              <a:t>Lorem ipsum dolor sit amet, consectetuer adipiscing elit, sed diam nonummy nibh euismod tincidunt ut laoreet dolore magna aliquam erat volutpat. Ut wisi enim ad minim veniam, quis nostrud exerci tation.</a:t>
            </a:r>
          </a:p>
          <a:p>
            <a:r>
              <a:rPr lang="en-US" dirty="0" err="1"/>
              <a:t>Iobortis</a:t>
            </a:r>
            <a:r>
              <a:rPr lang="en-US" dirty="0"/>
              <a:t> </a:t>
            </a:r>
            <a:r>
              <a:rPr lang="en-US" dirty="0" err="1"/>
              <a:t>nisl</a:t>
            </a:r>
            <a:r>
              <a:rPr lang="en-US" dirty="0"/>
              <a:t> ut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autem vel eum iriure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vel illum dolore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eros.</a:t>
            </a:r>
          </a:p>
          <a:p>
            <a:r>
              <a:rPr lang="en-US" dirty="0"/>
              <a:t>Lorem ipsum dolor sit amet, consectetuer adipiscing elit, sed diam nonummy nibh euismod tincidunt ut laoreet dolore magna aliquam erat volutpat. Ut wisi enim ad minim veniam, quis nostrud exerci tation.</a:t>
            </a:r>
          </a:p>
          <a:p>
            <a:r>
              <a:rPr lang="en-US" dirty="0" err="1"/>
              <a:t>Iobortis</a:t>
            </a:r>
            <a:r>
              <a:rPr lang="en-US" dirty="0"/>
              <a:t> </a:t>
            </a:r>
            <a:r>
              <a:rPr lang="en-US" dirty="0" err="1"/>
              <a:t>nisl</a:t>
            </a:r>
            <a:r>
              <a:rPr lang="en-US" dirty="0"/>
              <a:t> ut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autem vel eum iriure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vel illum dolore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eros.</a:t>
            </a:r>
          </a:p>
          <a:p>
            <a:r>
              <a:rPr lang="en-US" dirty="0"/>
              <a:t>Lorem ipsum dolor sit amet, consectetuer adipiscing elit, sed diam nonummy nibh euismod tincidunt ut laoreet dolore magna aliquam erat volutpat. Ut wisi enim ad minim veniam, quis nostrud exerci tation.</a:t>
            </a:r>
          </a:p>
          <a:p>
            <a:r>
              <a:rPr lang="en-US" dirty="0" err="1"/>
              <a:t>Iobortis</a:t>
            </a:r>
            <a:r>
              <a:rPr lang="en-US" dirty="0"/>
              <a:t> </a:t>
            </a:r>
            <a:r>
              <a:rPr lang="en-US" dirty="0" err="1"/>
              <a:t>nisl</a:t>
            </a:r>
            <a:r>
              <a:rPr lang="en-US" dirty="0"/>
              <a:t> ut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autem vel eum iriure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vel illum dolore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eros.</a:t>
            </a:r>
          </a:p>
        </p:txBody>
      </p:sp>
      <p:sp>
        <p:nvSpPr>
          <p:cNvPr id="6" name="Text Placeholder 6">
            <a:extLst>
              <a:ext uri="{FF2B5EF4-FFF2-40B4-BE49-F238E27FC236}">
                <a16:creationId xmlns:a16="http://schemas.microsoft.com/office/drawing/2014/main" id="{739FC20F-38F6-584D-D6E6-C4B65F559BDD}"/>
              </a:ext>
            </a:extLst>
          </p:cNvPr>
          <p:cNvSpPr>
            <a:spLocks noGrp="1"/>
          </p:cNvSpPr>
          <p:nvPr>
            <p:ph type="body" sz="quarter" idx="11"/>
          </p:nvPr>
        </p:nvSpPr>
        <p:spPr>
          <a:xfrm>
            <a:off x="816390" y="6463063"/>
            <a:ext cx="366463" cy="136526"/>
          </a:xfrm>
        </p:spPr>
        <p:txBody>
          <a:bodyPr>
            <a:normAutofit/>
          </a:bodyPr>
          <a:lstStyle/>
          <a:p>
            <a:fld id="{7B59AAB8-05AD-3247-BD30-68749190AE26}" type="slidenum">
              <a:rPr lang="en-US" smtClean="0"/>
              <a:t>6</a:t>
            </a:fld>
            <a:endParaRPr lang="en-US" dirty="0"/>
          </a:p>
        </p:txBody>
      </p:sp>
      <p:sp>
        <p:nvSpPr>
          <p:cNvPr id="7" name="Text Placeholder 3">
            <a:extLst>
              <a:ext uri="{FF2B5EF4-FFF2-40B4-BE49-F238E27FC236}">
                <a16:creationId xmlns:a16="http://schemas.microsoft.com/office/drawing/2014/main" id="{78CAD1A6-26BE-283D-E9F1-B7671559BBD7}"/>
              </a:ext>
            </a:extLst>
          </p:cNvPr>
          <p:cNvSpPr>
            <a:spLocks noGrp="1"/>
          </p:cNvSpPr>
          <p:nvPr>
            <p:ph type="body" sz="quarter" idx="10"/>
          </p:nvPr>
        </p:nvSpPr>
        <p:spPr>
          <a:xfrm>
            <a:off x="1433109" y="6463064"/>
            <a:ext cx="6141620" cy="136525"/>
          </a:xfrm>
        </p:spPr>
        <p:txBody>
          <a:bodyPr>
            <a:normAutofit/>
          </a:bodyPr>
          <a:lstStyle/>
          <a:p>
            <a:pPr marL="0" indent="0">
              <a:buNone/>
            </a:pPr>
            <a:r>
              <a:rPr lang="en-US"/>
              <a:t>SAMPLE PRESENTATION TITLE</a:t>
            </a:r>
          </a:p>
        </p:txBody>
      </p:sp>
    </p:spTree>
    <p:extLst>
      <p:ext uri="{BB962C8B-B14F-4D97-AF65-F5344CB8AC3E}">
        <p14:creationId xmlns:p14="http://schemas.microsoft.com/office/powerpoint/2010/main" val="1218166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6">
            <a:extLst>
              <a:ext uri="{FF2B5EF4-FFF2-40B4-BE49-F238E27FC236}">
                <a16:creationId xmlns:a16="http://schemas.microsoft.com/office/drawing/2014/main" id="{748018FA-B46B-A59D-F6A7-CBD9476757E6}"/>
              </a:ext>
            </a:extLst>
          </p:cNvPr>
          <p:cNvSpPr>
            <a:spLocks noGrp="1"/>
          </p:cNvSpPr>
          <p:nvPr>
            <p:ph type="body" sz="quarter" idx="11"/>
          </p:nvPr>
        </p:nvSpPr>
        <p:spPr>
          <a:xfrm>
            <a:off x="816390" y="6463063"/>
            <a:ext cx="366463" cy="136526"/>
          </a:xfrm>
        </p:spPr>
        <p:txBody>
          <a:bodyPr>
            <a:normAutofit/>
          </a:bodyPr>
          <a:lstStyle/>
          <a:p>
            <a:fld id="{7B59AAB8-05AD-3247-BD30-68749190AE26}" type="slidenum">
              <a:rPr lang="en-US" smtClean="0"/>
              <a:t>7</a:t>
            </a:fld>
            <a:endParaRPr lang="en-US" dirty="0"/>
          </a:p>
        </p:txBody>
      </p:sp>
      <p:sp>
        <p:nvSpPr>
          <p:cNvPr id="7" name="Text Placeholder 3">
            <a:extLst>
              <a:ext uri="{FF2B5EF4-FFF2-40B4-BE49-F238E27FC236}">
                <a16:creationId xmlns:a16="http://schemas.microsoft.com/office/drawing/2014/main" id="{646D3C02-A870-8D4C-39CE-845175780D64}"/>
              </a:ext>
            </a:extLst>
          </p:cNvPr>
          <p:cNvSpPr>
            <a:spLocks noGrp="1"/>
          </p:cNvSpPr>
          <p:nvPr>
            <p:ph type="body" sz="quarter" idx="10"/>
          </p:nvPr>
        </p:nvSpPr>
        <p:spPr>
          <a:xfrm>
            <a:off x="1433109" y="6463064"/>
            <a:ext cx="6141620" cy="136525"/>
          </a:xfrm>
        </p:spPr>
        <p:txBody>
          <a:bodyPr>
            <a:normAutofit/>
          </a:bodyPr>
          <a:lstStyle/>
          <a:p>
            <a:pPr marL="0" indent="0">
              <a:buNone/>
            </a:pPr>
            <a:r>
              <a:rPr lang="en-US"/>
              <a:t>SAMPLE PRESENTATION TITLE</a:t>
            </a:r>
          </a:p>
        </p:txBody>
      </p:sp>
      <p:sp>
        <p:nvSpPr>
          <p:cNvPr id="12" name="Title 3">
            <a:extLst>
              <a:ext uri="{FF2B5EF4-FFF2-40B4-BE49-F238E27FC236}">
                <a16:creationId xmlns:a16="http://schemas.microsoft.com/office/drawing/2014/main" id="{BC1638AC-FC22-64E4-D16E-C8F85F2F3A15}"/>
              </a:ext>
            </a:extLst>
          </p:cNvPr>
          <p:cNvSpPr>
            <a:spLocks noGrp="1"/>
          </p:cNvSpPr>
          <p:nvPr>
            <p:ph type="title"/>
          </p:nvPr>
        </p:nvSpPr>
        <p:spPr>
          <a:xfrm>
            <a:off x="838200" y="699606"/>
            <a:ext cx="10515600" cy="567936"/>
          </a:xfrm>
        </p:spPr>
        <p:txBody>
          <a:bodyPr/>
          <a:lstStyle/>
          <a:p>
            <a:r>
              <a:rPr lang="en-US" dirty="0"/>
              <a:t>Sample Headline</a:t>
            </a:r>
          </a:p>
        </p:txBody>
      </p:sp>
      <p:sp>
        <p:nvSpPr>
          <p:cNvPr id="14" name="Content Placeholder 4">
            <a:extLst>
              <a:ext uri="{FF2B5EF4-FFF2-40B4-BE49-F238E27FC236}">
                <a16:creationId xmlns:a16="http://schemas.microsoft.com/office/drawing/2014/main" id="{D1930D6F-9944-535B-19B3-C11AA3F951F4}"/>
              </a:ext>
            </a:extLst>
          </p:cNvPr>
          <p:cNvSpPr>
            <a:spLocks noGrp="1"/>
          </p:cNvSpPr>
          <p:nvPr>
            <p:ph idx="1"/>
          </p:nvPr>
        </p:nvSpPr>
        <p:spPr>
          <a:xfrm>
            <a:off x="838200" y="1492806"/>
            <a:ext cx="10515600" cy="4467320"/>
          </a:xfrm>
        </p:spPr>
        <p:txBody>
          <a:bodyPr>
            <a:normAutofit/>
          </a:bodyPr>
          <a:lstStyle/>
          <a:p>
            <a:r>
              <a:rPr lang="en-US" dirty="0"/>
              <a:t>Lorem ipsum dolor sit amet, consectetuer adipiscing elit, sed diam nonummy nibh euismod tincidunt ut laoreet dolore magna aliquam erat volutpat. Ut wisi enim ad minim veniam, quis nostrud exerci tation ullamcorper.</a:t>
            </a:r>
          </a:p>
          <a:p>
            <a:r>
              <a:rPr lang="en-US" dirty="0"/>
              <a:t>Duis autem vel eum iriure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vel illum dolore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eros et </a:t>
            </a:r>
            <a:r>
              <a:rPr lang="en-US" dirty="0" err="1"/>
              <a:t>accumsan</a:t>
            </a:r>
            <a:r>
              <a:rPr lang="en-US" dirty="0"/>
              <a:t> et </a:t>
            </a:r>
            <a:r>
              <a:rPr lang="en-US" dirty="0" err="1"/>
              <a:t>iusto</a:t>
            </a:r>
            <a:r>
              <a:rPr lang="en-US" dirty="0"/>
              <a:t> </a:t>
            </a:r>
            <a:r>
              <a:rPr lang="en-US" dirty="0" err="1"/>
              <a:t>odio</a:t>
            </a:r>
            <a:r>
              <a:rPr lang="en-US" dirty="0"/>
              <a:t> </a:t>
            </a:r>
            <a:r>
              <a:rPr lang="en-US" dirty="0" err="1"/>
              <a:t>dignissim</a:t>
            </a:r>
            <a:r>
              <a:rPr lang="en-US" dirty="0"/>
              <a:t> qui </a:t>
            </a:r>
            <a:r>
              <a:rPr lang="en-US" dirty="0" err="1"/>
              <a:t>blandit</a:t>
            </a:r>
            <a:r>
              <a:rPr lang="en-US" dirty="0"/>
              <a:t> </a:t>
            </a:r>
            <a:r>
              <a:rPr lang="en-US" dirty="0" err="1"/>
              <a:t>praesent</a:t>
            </a:r>
            <a:r>
              <a:rPr lang="en-US" dirty="0"/>
              <a:t> </a:t>
            </a:r>
            <a:r>
              <a:rPr lang="en-US" dirty="0" err="1"/>
              <a:t>luptatum</a:t>
            </a:r>
            <a:r>
              <a:rPr lang="en-US" dirty="0"/>
              <a:t> </a:t>
            </a:r>
            <a:r>
              <a:rPr lang="en-US" dirty="0" err="1"/>
              <a:t>zzril</a:t>
            </a:r>
            <a:r>
              <a:rPr lang="en-US" dirty="0"/>
              <a:t> </a:t>
            </a:r>
            <a:r>
              <a:rPr lang="en-US" dirty="0" err="1"/>
              <a:t>delenit</a:t>
            </a:r>
            <a:r>
              <a:rPr lang="en-US" dirty="0"/>
              <a:t> </a:t>
            </a:r>
            <a:r>
              <a:rPr lang="en-US" dirty="0" err="1"/>
              <a:t>augue</a:t>
            </a:r>
            <a:r>
              <a:rPr lang="en-US" dirty="0"/>
              <a:t> </a:t>
            </a:r>
            <a:r>
              <a:rPr lang="en-US" dirty="0" err="1"/>
              <a:t>duis</a:t>
            </a:r>
            <a:r>
              <a:rPr lang="en-US" dirty="0"/>
              <a:t> dolore </a:t>
            </a:r>
            <a:r>
              <a:rPr lang="en-US" dirty="0" err="1"/>
              <a:t>te</a:t>
            </a:r>
            <a:r>
              <a:rPr lang="en-US" dirty="0"/>
              <a:t> </a:t>
            </a:r>
            <a:r>
              <a:rPr lang="en-US" dirty="0" err="1"/>
              <a:t>feugait</a:t>
            </a:r>
            <a:r>
              <a:rPr lang="en-US" dirty="0"/>
              <a:t> </a:t>
            </a:r>
            <a:r>
              <a:rPr lang="en-US" dirty="0" err="1"/>
              <a:t>nulla</a:t>
            </a:r>
            <a:r>
              <a:rPr lang="en-US" dirty="0"/>
              <a:t> </a:t>
            </a:r>
            <a:r>
              <a:rPr lang="en-US" dirty="0" err="1"/>
              <a:t>facilisi</a:t>
            </a:r>
            <a:r>
              <a:rPr lang="en-US" dirty="0"/>
              <a:t>. </a:t>
            </a:r>
          </a:p>
          <a:p>
            <a:r>
              <a:rPr lang="en-US" dirty="0"/>
              <a:t>Lorem ipsum dolor sit amet, consectetuer adipiscing elit, sed diam nonummy nibh euismod tincidunt ut laoreet dolore magna aliquam erat volutpat. Ut wisi enim ad minim veniam, quis nostrud exerci tation.</a:t>
            </a:r>
          </a:p>
          <a:p>
            <a:r>
              <a:rPr lang="en-US" dirty="0" err="1"/>
              <a:t>Iobortis</a:t>
            </a:r>
            <a:r>
              <a:rPr lang="en-US" dirty="0"/>
              <a:t> </a:t>
            </a:r>
            <a:r>
              <a:rPr lang="en-US" dirty="0" err="1"/>
              <a:t>nisl</a:t>
            </a:r>
            <a:r>
              <a:rPr lang="en-US" dirty="0"/>
              <a:t> ut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autem vel eum iriure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vel illum dolore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eros.</a:t>
            </a:r>
          </a:p>
          <a:p>
            <a:r>
              <a:rPr lang="en-US" dirty="0"/>
              <a:t>Lorem ipsum dolor sit amet, consectetuer adipiscing elit, sed diam nonummy nibh euismod tincidunt ut laoreet dolore magna aliquam erat volutpat. Ut wisi enim ad minim veniam, quis nostrud exerci tation.</a:t>
            </a:r>
          </a:p>
          <a:p>
            <a:r>
              <a:rPr lang="en-US" dirty="0" err="1"/>
              <a:t>Iobortis</a:t>
            </a:r>
            <a:r>
              <a:rPr lang="en-US" dirty="0"/>
              <a:t> </a:t>
            </a:r>
            <a:r>
              <a:rPr lang="en-US" dirty="0" err="1"/>
              <a:t>nisl</a:t>
            </a:r>
            <a:r>
              <a:rPr lang="en-US" dirty="0"/>
              <a:t> ut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autem vel eum iriure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vel illum dolore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eros.</a:t>
            </a:r>
          </a:p>
          <a:p>
            <a:r>
              <a:rPr lang="en-US" dirty="0"/>
              <a:t>Lorem ipsum dolor sit amet, consectetuer adipiscing elit, sed diam nonummy nibh euismod tincidunt ut laoreet dolore magna aliquam erat volutpat. Ut wisi enim ad minim veniam, quis nostrud exerci tation.</a:t>
            </a:r>
          </a:p>
          <a:p>
            <a:r>
              <a:rPr lang="en-US" dirty="0" err="1"/>
              <a:t>Iobortis</a:t>
            </a:r>
            <a:r>
              <a:rPr lang="en-US" dirty="0"/>
              <a:t> </a:t>
            </a:r>
            <a:r>
              <a:rPr lang="en-US" dirty="0" err="1"/>
              <a:t>nisl</a:t>
            </a:r>
            <a:r>
              <a:rPr lang="en-US" dirty="0"/>
              <a:t> ut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autem vel eum iriure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vel illum dolore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eros.</a:t>
            </a:r>
          </a:p>
        </p:txBody>
      </p:sp>
    </p:spTree>
    <p:extLst>
      <p:ext uri="{BB962C8B-B14F-4D97-AF65-F5344CB8AC3E}">
        <p14:creationId xmlns:p14="http://schemas.microsoft.com/office/powerpoint/2010/main" val="2028047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6AC04-4B2F-87CB-31F4-430E66B59EC3}"/>
              </a:ext>
            </a:extLst>
          </p:cNvPr>
          <p:cNvSpPr>
            <a:spLocks noGrp="1"/>
          </p:cNvSpPr>
          <p:nvPr>
            <p:ph type="title"/>
          </p:nvPr>
        </p:nvSpPr>
        <p:spPr/>
        <p:txBody>
          <a:bodyPr/>
          <a:lstStyle/>
          <a:p>
            <a:r>
              <a:rPr lang="en-US"/>
              <a:t>Sample Divider Slide</a:t>
            </a:r>
          </a:p>
        </p:txBody>
      </p:sp>
    </p:spTree>
    <p:extLst>
      <p:ext uri="{BB962C8B-B14F-4D97-AF65-F5344CB8AC3E}">
        <p14:creationId xmlns:p14="http://schemas.microsoft.com/office/powerpoint/2010/main" val="2513472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E3750-4315-524D-AD42-3D24C0961CB2}"/>
              </a:ext>
            </a:extLst>
          </p:cNvPr>
          <p:cNvSpPr>
            <a:spLocks noGrp="1"/>
          </p:cNvSpPr>
          <p:nvPr>
            <p:ph type="title"/>
          </p:nvPr>
        </p:nvSpPr>
        <p:spPr/>
        <p:txBody>
          <a:bodyPr>
            <a:noAutofit/>
          </a:bodyPr>
          <a:lstStyle/>
          <a:p>
            <a:r>
              <a:rPr lang="en-US"/>
              <a:t>Sample Divider Slide</a:t>
            </a:r>
          </a:p>
        </p:txBody>
      </p:sp>
    </p:spTree>
    <p:extLst>
      <p:ext uri="{BB962C8B-B14F-4D97-AF65-F5344CB8AC3E}">
        <p14:creationId xmlns:p14="http://schemas.microsoft.com/office/powerpoint/2010/main" val="3268482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Placeholder 25">
            <a:extLst>
              <a:ext uri="{FF2B5EF4-FFF2-40B4-BE49-F238E27FC236}">
                <a16:creationId xmlns:a16="http://schemas.microsoft.com/office/drawing/2014/main" id="{4C3E1D88-C539-D694-C146-F47E648CA560}"/>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p:blipFill>
        <p:spPr>
          <a:xfrm>
            <a:off x="0" y="541287"/>
            <a:ext cx="6323421" cy="6331150"/>
          </a:xfrm>
        </p:spPr>
      </p:pic>
      <p:sp>
        <p:nvSpPr>
          <p:cNvPr id="2" name="Title 1">
            <a:extLst>
              <a:ext uri="{FF2B5EF4-FFF2-40B4-BE49-F238E27FC236}">
                <a16:creationId xmlns:a16="http://schemas.microsoft.com/office/drawing/2014/main" id="{F723B9E6-CDDF-974D-9DFB-4BD282D3C669}"/>
              </a:ext>
            </a:extLst>
          </p:cNvPr>
          <p:cNvSpPr>
            <a:spLocks noGrp="1"/>
          </p:cNvSpPr>
          <p:nvPr>
            <p:ph type="title"/>
          </p:nvPr>
        </p:nvSpPr>
        <p:spPr/>
        <p:txBody>
          <a:bodyPr>
            <a:normAutofit fontScale="90000"/>
          </a:bodyPr>
          <a:lstStyle/>
          <a:p>
            <a:r>
              <a:rPr lang="en-US"/>
              <a:t>Sample Headline</a:t>
            </a:r>
          </a:p>
        </p:txBody>
      </p:sp>
      <p:sp>
        <p:nvSpPr>
          <p:cNvPr id="3" name="Content Placeholder 2">
            <a:extLst>
              <a:ext uri="{FF2B5EF4-FFF2-40B4-BE49-F238E27FC236}">
                <a16:creationId xmlns:a16="http://schemas.microsoft.com/office/drawing/2014/main" id="{068F216A-F3D4-5A42-B639-AEED5BC771E3}"/>
              </a:ext>
            </a:extLst>
          </p:cNvPr>
          <p:cNvSpPr>
            <a:spLocks noGrp="1"/>
          </p:cNvSpPr>
          <p:nvPr>
            <p:ph type="body" sz="half" idx="2"/>
          </p:nvPr>
        </p:nvSpPr>
        <p:spPr/>
        <p:txBody>
          <a:bodyPr>
            <a:normAutofit/>
          </a:bodyPr>
          <a:lstStyle/>
          <a:p>
            <a:r>
              <a:rPr lang="en-US" dirty="0"/>
              <a:t>Lorem ipsum dolor sit amet, consectetuer adipiscing elit, sed diam nonummy nibh euismod tincidunt ut laoreet dolore magna aliquam erat volutpat. Ut wisi enim ad minim veniam.</a:t>
            </a:r>
          </a:p>
          <a:p>
            <a:r>
              <a:rPr lang="en-US" dirty="0"/>
              <a:t>Quis nostrud exerci tation ullamcorper </a:t>
            </a:r>
            <a:r>
              <a:rPr lang="en-US" dirty="0" err="1"/>
              <a:t>suscipit</a:t>
            </a:r>
            <a:r>
              <a:rPr lang="en-US" dirty="0"/>
              <a:t> </a:t>
            </a:r>
            <a:r>
              <a:rPr lang="en-US" dirty="0" err="1"/>
              <a:t>lobortis</a:t>
            </a:r>
            <a:r>
              <a:rPr lang="en-US" dirty="0"/>
              <a:t> </a:t>
            </a:r>
            <a:r>
              <a:rPr lang="en-US" dirty="0" err="1"/>
              <a:t>nisl</a:t>
            </a:r>
            <a:r>
              <a:rPr lang="en-US" dirty="0"/>
              <a:t> ut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spTree>
    <p:extLst>
      <p:ext uri="{BB962C8B-B14F-4D97-AF65-F5344CB8AC3E}">
        <p14:creationId xmlns:p14="http://schemas.microsoft.com/office/powerpoint/2010/main" val="2474502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82C323A-4DDA-F56C-6DBC-91BB2AF49FB4}"/>
              </a:ext>
            </a:extLst>
          </p:cNvPr>
          <p:cNvSpPr>
            <a:spLocks noGrp="1"/>
          </p:cNvSpPr>
          <p:nvPr>
            <p:ph type="title"/>
          </p:nvPr>
        </p:nvSpPr>
        <p:spPr/>
        <p:txBody>
          <a:bodyPr/>
          <a:lstStyle/>
          <a:p>
            <a:r>
              <a:rPr lang="en-US"/>
              <a:t>Sample Headline</a:t>
            </a:r>
          </a:p>
        </p:txBody>
      </p:sp>
      <p:pic>
        <p:nvPicPr>
          <p:cNvPr id="9" name="Picture Placeholder 8">
            <a:extLst>
              <a:ext uri="{FF2B5EF4-FFF2-40B4-BE49-F238E27FC236}">
                <a16:creationId xmlns:a16="http://schemas.microsoft.com/office/drawing/2014/main" id="{DB0633AB-3CCB-2309-92EC-5254D823FB20}"/>
              </a:ext>
            </a:extLst>
          </p:cNvPr>
          <p:cNvPicPr>
            <a:picLocks noGrp="1" noChangeAspect="1"/>
          </p:cNvPicPr>
          <p:nvPr>
            <p:ph type="pic" sz="quarter" idx="10"/>
          </p:nvPr>
        </p:nvPicPr>
        <p:blipFill>
          <a:blip r:embed="rId2"/>
          <a:srcRect/>
          <a:stretch/>
        </p:blipFill>
        <p:spPr/>
      </p:pic>
      <p:sp>
        <p:nvSpPr>
          <p:cNvPr id="3" name="Text Placeholder 2">
            <a:extLst>
              <a:ext uri="{FF2B5EF4-FFF2-40B4-BE49-F238E27FC236}">
                <a16:creationId xmlns:a16="http://schemas.microsoft.com/office/drawing/2014/main" id="{3EE9F9FA-0A42-C8C2-967C-EAAF7AA1B8EB}"/>
              </a:ext>
            </a:extLst>
          </p:cNvPr>
          <p:cNvSpPr>
            <a:spLocks noGrp="1"/>
          </p:cNvSpPr>
          <p:nvPr>
            <p:ph type="body" sz="quarter" idx="11"/>
          </p:nvPr>
        </p:nvSpPr>
        <p:spPr/>
        <p:txBody>
          <a:bodyPr/>
          <a:lstStyle/>
          <a:p>
            <a:r>
              <a:rPr lang="en-US"/>
              <a:t>Rob Sundy</a:t>
            </a:r>
          </a:p>
        </p:txBody>
      </p:sp>
      <p:sp>
        <p:nvSpPr>
          <p:cNvPr id="4" name="Text Placeholder 3">
            <a:extLst>
              <a:ext uri="{FF2B5EF4-FFF2-40B4-BE49-F238E27FC236}">
                <a16:creationId xmlns:a16="http://schemas.microsoft.com/office/drawing/2014/main" id="{16FAB074-38C1-9116-91F8-5FFC7C4C2589}"/>
              </a:ext>
            </a:extLst>
          </p:cNvPr>
          <p:cNvSpPr>
            <a:spLocks noGrp="1"/>
          </p:cNvSpPr>
          <p:nvPr>
            <p:ph sz="half" idx="2"/>
          </p:nvPr>
        </p:nvSpPr>
        <p:spPr/>
        <p:txBody>
          <a:bodyPr/>
          <a:lstStyle/>
          <a:p>
            <a:pPr marL="0" indent="0">
              <a:buNone/>
            </a:pPr>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a:p>
            <a:pPr marL="0" indent="0">
              <a:buNone/>
            </a:pPr>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pPr marL="0" inden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nonummy </a:t>
            </a:r>
            <a:r>
              <a:rPr lang="en-US" dirty="0" err="1"/>
              <a:t>pede</a:t>
            </a:r>
            <a:r>
              <a:rPr lang="en-US" dirty="0"/>
              <a:t>. Mauris et </a:t>
            </a:r>
            <a:r>
              <a:rPr lang="en-US" dirty="0" err="1"/>
              <a:t>orci</a:t>
            </a:r>
            <a:r>
              <a:rPr lang="en-US" dirty="0"/>
              <a:t>.</a:t>
            </a:r>
          </a:p>
          <a:p>
            <a:pPr marL="0" indent="0">
              <a:buNone/>
            </a:pPr>
            <a:endParaRPr lang="en-US" dirty="0"/>
          </a:p>
        </p:txBody>
      </p:sp>
      <p:sp>
        <p:nvSpPr>
          <p:cNvPr id="7" name="Content Placeholder 6">
            <a:extLst>
              <a:ext uri="{FF2B5EF4-FFF2-40B4-BE49-F238E27FC236}">
                <a16:creationId xmlns:a16="http://schemas.microsoft.com/office/drawing/2014/main" id="{571C7031-6848-F401-DA72-8C8341714BCF}"/>
              </a:ext>
            </a:extLst>
          </p:cNvPr>
          <p:cNvSpPr>
            <a:spLocks noGrp="1"/>
          </p:cNvSpPr>
          <p:nvPr>
            <p:ph sz="half" idx="12"/>
          </p:nvPr>
        </p:nvSpPr>
        <p:spPr/>
        <p:txBody>
          <a:bodyPr/>
          <a:lstStyle/>
          <a:p>
            <a:r>
              <a:rPr lang="en-US"/>
              <a:t>PRESIDENT LA-Z-BOY BRAND AND CHIEF COMMERCIAL OFFICER</a:t>
            </a:r>
          </a:p>
        </p:txBody>
      </p:sp>
      <p:sp>
        <p:nvSpPr>
          <p:cNvPr id="10" name="Text Placeholder 9">
            <a:extLst>
              <a:ext uri="{FF2B5EF4-FFF2-40B4-BE49-F238E27FC236}">
                <a16:creationId xmlns:a16="http://schemas.microsoft.com/office/drawing/2014/main" id="{09DC4CFC-2890-D313-A355-907EBC50FAB3}"/>
              </a:ext>
            </a:extLst>
          </p:cNvPr>
          <p:cNvSpPr>
            <a:spLocks noGrp="1"/>
          </p:cNvSpPr>
          <p:nvPr>
            <p:ph type="body" sz="quarter" idx="13"/>
          </p:nvPr>
        </p:nvSpPr>
        <p:spPr/>
        <p:txBody>
          <a:bodyPr>
            <a:normAutofit/>
          </a:bodyPr>
          <a:lstStyle/>
          <a:p>
            <a:pPr marL="0" indent="0">
              <a:buNone/>
            </a:pPr>
            <a:r>
              <a:rPr lang="en-US"/>
              <a:t>SAMPLE PRESENTATION TITLE</a:t>
            </a:r>
          </a:p>
        </p:txBody>
      </p:sp>
      <p:sp>
        <p:nvSpPr>
          <p:cNvPr id="11" name="Text Placeholder 10">
            <a:extLst>
              <a:ext uri="{FF2B5EF4-FFF2-40B4-BE49-F238E27FC236}">
                <a16:creationId xmlns:a16="http://schemas.microsoft.com/office/drawing/2014/main" id="{9DE9EDAB-C801-1302-D8E1-A4A2CA97D7FD}"/>
              </a:ext>
            </a:extLst>
          </p:cNvPr>
          <p:cNvSpPr>
            <a:spLocks noGrp="1"/>
          </p:cNvSpPr>
          <p:nvPr>
            <p:ph type="body" sz="quarter" idx="14"/>
          </p:nvPr>
        </p:nvSpPr>
        <p:spPr/>
        <p:txBody>
          <a:bodyPr>
            <a:normAutofit/>
          </a:bodyPr>
          <a:lstStyle/>
          <a:p>
            <a:pPr marL="0" indent="0">
              <a:buNone/>
            </a:pPr>
            <a:fld id="{A4DBD397-134D-974A-8BE0-89D179516C18}" type="slidenum">
              <a:rPr lang="en-US" smtClean="0"/>
              <a:pPr marL="0" indent="0">
                <a:buNone/>
              </a:pPr>
              <a:t>11</a:t>
            </a:fld>
            <a:endParaRPr lang="en-US"/>
          </a:p>
        </p:txBody>
      </p:sp>
    </p:spTree>
    <p:extLst>
      <p:ext uri="{BB962C8B-B14F-4D97-AF65-F5344CB8AC3E}">
        <p14:creationId xmlns:p14="http://schemas.microsoft.com/office/powerpoint/2010/main" val="246830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8604F-9F29-C419-B6CC-C99A69017811}"/>
              </a:ext>
            </a:extLst>
          </p:cNvPr>
          <p:cNvSpPr>
            <a:spLocks noGrp="1"/>
          </p:cNvSpPr>
          <p:nvPr>
            <p:ph type="title"/>
          </p:nvPr>
        </p:nvSpPr>
        <p:spPr/>
        <p:txBody>
          <a:bodyPr>
            <a:normAutofit fontScale="90000"/>
          </a:bodyPr>
          <a:lstStyle/>
          <a:p>
            <a:r>
              <a:rPr lang="en-US"/>
              <a:t>Sample Headline</a:t>
            </a:r>
          </a:p>
        </p:txBody>
      </p:sp>
      <p:sp>
        <p:nvSpPr>
          <p:cNvPr id="3" name="Content Placeholder 2">
            <a:extLst>
              <a:ext uri="{FF2B5EF4-FFF2-40B4-BE49-F238E27FC236}">
                <a16:creationId xmlns:a16="http://schemas.microsoft.com/office/drawing/2014/main" id="{1EA3D4BD-E59C-B25A-E048-EF8AF8E18850}"/>
              </a:ext>
            </a:extLst>
          </p:cNvPr>
          <p:cNvSpPr>
            <a:spLocks noGrp="1"/>
          </p:cNvSpPr>
          <p:nvPr>
            <p:ph sz="half" idx="1"/>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a:p>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nonummy </a:t>
            </a:r>
            <a:r>
              <a:rPr lang="en-US" dirty="0" err="1"/>
              <a:t>pede</a:t>
            </a:r>
            <a:r>
              <a:rPr lang="en-US" dirty="0"/>
              <a:t>. Mauris et </a:t>
            </a:r>
            <a:r>
              <a:rPr lang="en-US" dirty="0" err="1"/>
              <a:t>orci</a:t>
            </a:r>
            <a:endParaRPr lang="en-US" dirty="0"/>
          </a:p>
        </p:txBody>
      </p:sp>
      <p:sp>
        <p:nvSpPr>
          <p:cNvPr id="4" name="Content Placeholder 3">
            <a:extLst>
              <a:ext uri="{FF2B5EF4-FFF2-40B4-BE49-F238E27FC236}">
                <a16:creationId xmlns:a16="http://schemas.microsoft.com/office/drawing/2014/main" id="{4A324725-79B0-91FF-4C1D-58BDFA757525}"/>
              </a:ext>
            </a:extLst>
          </p:cNvPr>
          <p:cNvSpPr>
            <a:spLocks noGrp="1"/>
          </p:cNvSpPr>
          <p:nvPr>
            <p:ph sz="half" idx="2"/>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a:p>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nonummy </a:t>
            </a:r>
            <a:r>
              <a:rPr lang="en-US" dirty="0" err="1"/>
              <a:t>pede</a:t>
            </a:r>
            <a:r>
              <a:rPr lang="en-US" dirty="0"/>
              <a:t>. Mauris et </a:t>
            </a:r>
            <a:r>
              <a:rPr lang="en-US" dirty="0" err="1"/>
              <a:t>orci</a:t>
            </a:r>
            <a:endParaRPr lang="en-US" dirty="0"/>
          </a:p>
        </p:txBody>
      </p:sp>
      <p:sp>
        <p:nvSpPr>
          <p:cNvPr id="5" name="Text Placeholder 4">
            <a:extLst>
              <a:ext uri="{FF2B5EF4-FFF2-40B4-BE49-F238E27FC236}">
                <a16:creationId xmlns:a16="http://schemas.microsoft.com/office/drawing/2014/main" id="{5E29F33C-625A-CD5D-C94E-CE1F4BFC0B30}"/>
              </a:ext>
            </a:extLst>
          </p:cNvPr>
          <p:cNvSpPr>
            <a:spLocks noGrp="1"/>
          </p:cNvSpPr>
          <p:nvPr>
            <p:ph type="body" sz="quarter" idx="10"/>
          </p:nvPr>
        </p:nvSpPr>
        <p:spPr/>
        <p:txBody>
          <a:bodyPr>
            <a:normAutofit/>
          </a:bodyPr>
          <a:lstStyle/>
          <a:p>
            <a:pPr marL="0" indent="0">
              <a:buNone/>
            </a:pPr>
            <a:r>
              <a:rPr lang="en-US"/>
              <a:t>SAMPLE PRESENTATION TITLE</a:t>
            </a:r>
          </a:p>
        </p:txBody>
      </p:sp>
      <p:sp>
        <p:nvSpPr>
          <p:cNvPr id="6" name="Text Placeholder 5">
            <a:extLst>
              <a:ext uri="{FF2B5EF4-FFF2-40B4-BE49-F238E27FC236}">
                <a16:creationId xmlns:a16="http://schemas.microsoft.com/office/drawing/2014/main" id="{7253D7E6-7ECC-6441-5B27-DF7059359207}"/>
              </a:ext>
            </a:extLst>
          </p:cNvPr>
          <p:cNvSpPr>
            <a:spLocks noGrp="1"/>
          </p:cNvSpPr>
          <p:nvPr>
            <p:ph type="body" sz="quarter" idx="11"/>
          </p:nvPr>
        </p:nvSpPr>
        <p:spPr/>
        <p:txBody>
          <a:bodyPr>
            <a:normAutofit/>
          </a:bodyPr>
          <a:lstStyle/>
          <a:p>
            <a:pPr marL="0" indent="0">
              <a:buNone/>
            </a:pPr>
            <a:fld id="{96548847-4030-1749-8C29-92C0900004BD}" type="slidenum">
              <a:rPr lang="en-US" smtClean="0"/>
              <a:pPr marL="0" indent="0">
                <a:buNone/>
              </a:pPr>
              <a:t>12</a:t>
            </a:fld>
            <a:endParaRPr lang="en-US"/>
          </a:p>
        </p:txBody>
      </p:sp>
    </p:spTree>
    <p:extLst>
      <p:ext uri="{BB962C8B-B14F-4D97-AF65-F5344CB8AC3E}">
        <p14:creationId xmlns:p14="http://schemas.microsoft.com/office/powerpoint/2010/main" val="2628299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212F-9C6E-4C0A-C7A5-87C561A763C1}"/>
              </a:ext>
            </a:extLst>
          </p:cNvPr>
          <p:cNvSpPr>
            <a:spLocks noGrp="1"/>
          </p:cNvSpPr>
          <p:nvPr>
            <p:ph type="title"/>
          </p:nvPr>
        </p:nvSpPr>
        <p:spPr/>
        <p:txBody>
          <a:bodyPr>
            <a:normAutofit fontScale="90000"/>
          </a:bodyPr>
          <a:lstStyle/>
          <a:p>
            <a:r>
              <a:rPr lang="en-US"/>
              <a:t>Sample Title</a:t>
            </a:r>
          </a:p>
        </p:txBody>
      </p:sp>
      <p:sp>
        <p:nvSpPr>
          <p:cNvPr id="3" name="Content Placeholder 2">
            <a:extLst>
              <a:ext uri="{FF2B5EF4-FFF2-40B4-BE49-F238E27FC236}">
                <a16:creationId xmlns:a16="http://schemas.microsoft.com/office/drawing/2014/main" id="{1C7F9008-A312-F571-B35A-4718B20937BB}"/>
              </a:ext>
            </a:extLst>
          </p:cNvPr>
          <p:cNvSpPr>
            <a:spLocks noGrp="1"/>
          </p:cNvSpPr>
          <p:nvPr>
            <p:ph sz="half" idx="2"/>
          </p:nvPr>
        </p:nvSpPr>
        <p:spPr/>
        <p:txBody>
          <a:bodyPr/>
          <a:lstStyle/>
          <a:p>
            <a:pPr marL="0" indent="0">
              <a:buNone/>
            </a:pPr>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a:p>
            <a:pPr marL="0" indent="0">
              <a:buNone/>
            </a:pPr>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pPr marL="0" inden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nonummy </a:t>
            </a:r>
            <a:r>
              <a:rPr lang="en-US" dirty="0" err="1"/>
              <a:t>pede</a:t>
            </a:r>
            <a:r>
              <a:rPr lang="en-US" dirty="0"/>
              <a:t>. Mauris et </a:t>
            </a:r>
            <a:r>
              <a:rPr lang="en-US" dirty="0" err="1"/>
              <a:t>orci</a:t>
            </a:r>
            <a:r>
              <a:rPr lang="en-US" dirty="0"/>
              <a:t>.</a:t>
            </a:r>
          </a:p>
          <a:p>
            <a:pPr marL="0" indent="0">
              <a:buNone/>
            </a:pPr>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a:p>
            <a:pPr marL="0" indent="0">
              <a:buNone/>
            </a:pPr>
            <a:endParaRPr lang="en-US" dirty="0"/>
          </a:p>
        </p:txBody>
      </p:sp>
      <p:pic>
        <p:nvPicPr>
          <p:cNvPr id="6" name="Picture Placeholder 5">
            <a:extLst>
              <a:ext uri="{FF2B5EF4-FFF2-40B4-BE49-F238E27FC236}">
                <a16:creationId xmlns:a16="http://schemas.microsoft.com/office/drawing/2014/main" id="{C1B7DE5B-0EF6-F571-94FD-8E5F7ECF9665}"/>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p:blipFill>
        <p:spPr/>
      </p:pic>
      <p:sp>
        <p:nvSpPr>
          <p:cNvPr id="14" name="Text Placeholder 13">
            <a:extLst>
              <a:ext uri="{FF2B5EF4-FFF2-40B4-BE49-F238E27FC236}">
                <a16:creationId xmlns:a16="http://schemas.microsoft.com/office/drawing/2014/main" id="{30E435D1-BCB3-A097-72EA-8B730BCC7864}"/>
              </a:ext>
            </a:extLst>
          </p:cNvPr>
          <p:cNvSpPr>
            <a:spLocks noGrp="1"/>
          </p:cNvSpPr>
          <p:nvPr>
            <p:ph type="body" sz="quarter" idx="11"/>
          </p:nvPr>
        </p:nvSpPr>
        <p:spPr/>
        <p:txBody>
          <a:bodyPr>
            <a:normAutofit/>
          </a:bodyPr>
          <a:lstStyle/>
          <a:p>
            <a:r>
              <a:rPr lang="en-US"/>
              <a:t>SAMPLE PRESENTATION TITLE</a:t>
            </a:r>
          </a:p>
        </p:txBody>
      </p:sp>
      <p:sp>
        <p:nvSpPr>
          <p:cNvPr id="19" name="Text Placeholder 18">
            <a:extLst>
              <a:ext uri="{FF2B5EF4-FFF2-40B4-BE49-F238E27FC236}">
                <a16:creationId xmlns:a16="http://schemas.microsoft.com/office/drawing/2014/main" id="{6DD61DCE-07FB-38C8-C9B2-59349D3B05E2}"/>
              </a:ext>
            </a:extLst>
          </p:cNvPr>
          <p:cNvSpPr>
            <a:spLocks noGrp="1"/>
          </p:cNvSpPr>
          <p:nvPr>
            <p:ph type="body" sz="quarter" idx="12"/>
          </p:nvPr>
        </p:nvSpPr>
        <p:spPr/>
        <p:txBody>
          <a:bodyPr>
            <a:normAutofit/>
          </a:bodyPr>
          <a:lstStyle/>
          <a:p>
            <a:fld id="{0D6D8227-1C4C-DE4D-811C-1C5DFF970D1E}" type="slidenum">
              <a:rPr lang="en-US" smtClean="0"/>
              <a:t>13</a:t>
            </a:fld>
            <a:endParaRPr lang="en-US"/>
          </a:p>
        </p:txBody>
      </p:sp>
    </p:spTree>
    <p:extLst>
      <p:ext uri="{BB962C8B-B14F-4D97-AF65-F5344CB8AC3E}">
        <p14:creationId xmlns:p14="http://schemas.microsoft.com/office/powerpoint/2010/main" val="3842043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living room with a black couch and a painting on the wall&#10;&#10;AI-generated content may be incorrect.">
            <a:extLst>
              <a:ext uri="{FF2B5EF4-FFF2-40B4-BE49-F238E27FC236}">
                <a16:creationId xmlns:a16="http://schemas.microsoft.com/office/drawing/2014/main" id="{C4B5A2ED-F0D6-1F02-7C69-794243A3B307}"/>
              </a:ext>
            </a:extLst>
          </p:cNvPr>
          <p:cNvPicPr>
            <a:picLocks noGrp="1" noChangeAspect="1"/>
          </p:cNvPicPr>
          <p:nvPr>
            <p:ph type="pic" sz="quarter" idx="10"/>
          </p:nvPr>
        </p:nvPicPr>
        <p:blipFill>
          <a:blip r:embed="rId2"/>
          <a:srcRect/>
          <a:stretch>
            <a:fillRect/>
          </a:stretch>
        </p:blipFill>
        <p:spPr/>
      </p:pic>
      <p:sp>
        <p:nvSpPr>
          <p:cNvPr id="6" name="Oval 5">
            <a:extLst>
              <a:ext uri="{FF2B5EF4-FFF2-40B4-BE49-F238E27FC236}">
                <a16:creationId xmlns:a16="http://schemas.microsoft.com/office/drawing/2014/main" id="{AB83C222-043C-94A1-DC64-B5DF8C0C08EA}"/>
              </a:ext>
            </a:extLst>
          </p:cNvPr>
          <p:cNvSpPr/>
          <p:nvPr/>
        </p:nvSpPr>
        <p:spPr>
          <a:xfrm>
            <a:off x="1073426" y="526775"/>
            <a:ext cx="2683565" cy="2683565"/>
          </a:xfrm>
          <a:prstGeom prst="ellipse">
            <a:avLst/>
          </a:prstGeom>
          <a:solidFill>
            <a:srgbClr val="E6E2D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spcAft>
                <a:spcPts val="600"/>
              </a:spcAft>
            </a:pPr>
            <a:r>
              <a:rPr lang="en-US" sz="1600" b="1" dirty="0">
                <a:solidFill>
                  <a:srgbClr val="003349"/>
                </a:solidFill>
                <a:latin typeface="Georgia" panose="02040502050405020303" pitchFamily="18" charset="0"/>
                <a:cs typeface="Arial" panose="020B0604020202020204" pitchFamily="34" charset="0"/>
              </a:rPr>
              <a:t>Sample Headline</a:t>
            </a:r>
          </a:p>
          <a:p>
            <a:pPr algn="ctr"/>
            <a:r>
              <a:rPr lang="en-US" sz="1100" dirty="0">
                <a:solidFill>
                  <a:srgbClr val="003349"/>
                </a:solidFill>
                <a:latin typeface="Arial" panose="020B0604020202020204" pitchFamily="34" charset="0"/>
                <a:cs typeface="Arial" panose="020B0604020202020204" pitchFamily="34" charset="0"/>
              </a:rPr>
              <a:t>Lorem ipsum dolor sit amet, consectetuer adipiscing elit. Maecenas </a:t>
            </a:r>
            <a:r>
              <a:rPr lang="en-US" sz="1100" dirty="0" err="1">
                <a:solidFill>
                  <a:srgbClr val="003349"/>
                </a:solidFill>
                <a:latin typeface="Arial" panose="020B0604020202020204" pitchFamily="34" charset="0"/>
                <a:cs typeface="Arial" panose="020B0604020202020204" pitchFamily="34" charset="0"/>
              </a:rPr>
              <a:t>porttitor</a:t>
            </a:r>
            <a:r>
              <a:rPr lang="en-US" sz="1100" dirty="0">
                <a:solidFill>
                  <a:srgbClr val="003349"/>
                </a:solidFill>
                <a:latin typeface="Arial" panose="020B0604020202020204" pitchFamily="34" charset="0"/>
                <a:cs typeface="Arial" panose="020B0604020202020204" pitchFamily="34" charset="0"/>
              </a:rPr>
              <a:t> </a:t>
            </a:r>
            <a:r>
              <a:rPr lang="en-US" sz="1100" dirty="0" err="1">
                <a:solidFill>
                  <a:srgbClr val="003349"/>
                </a:solidFill>
                <a:latin typeface="Arial" panose="020B0604020202020204" pitchFamily="34" charset="0"/>
                <a:cs typeface="Arial" panose="020B0604020202020204" pitchFamily="34" charset="0"/>
              </a:rPr>
              <a:t>congue</a:t>
            </a:r>
            <a:r>
              <a:rPr lang="en-US" sz="1100" dirty="0">
                <a:solidFill>
                  <a:srgbClr val="003349"/>
                </a:solidFill>
                <a:latin typeface="Arial" panose="020B0604020202020204" pitchFamily="34" charset="0"/>
                <a:cs typeface="Arial" panose="020B0604020202020204" pitchFamily="34" charset="0"/>
              </a:rPr>
              <a:t> </a:t>
            </a:r>
            <a:r>
              <a:rPr lang="en-US" sz="1100" dirty="0" err="1">
                <a:solidFill>
                  <a:srgbClr val="003349"/>
                </a:solidFill>
                <a:latin typeface="Arial" panose="020B0604020202020204" pitchFamily="34" charset="0"/>
                <a:cs typeface="Arial" panose="020B0604020202020204" pitchFamily="34" charset="0"/>
              </a:rPr>
              <a:t>massa</a:t>
            </a:r>
            <a:r>
              <a:rPr lang="en-US" sz="1100" dirty="0">
                <a:solidFill>
                  <a:srgbClr val="003349"/>
                </a:solidFill>
                <a:latin typeface="Arial" panose="020B0604020202020204" pitchFamily="34" charset="0"/>
                <a:cs typeface="Arial" panose="020B0604020202020204" pitchFamily="34" charset="0"/>
              </a:rPr>
              <a:t>. </a:t>
            </a:r>
            <a:r>
              <a:rPr lang="en-US" sz="1100" dirty="0" err="1">
                <a:solidFill>
                  <a:srgbClr val="003349"/>
                </a:solidFill>
                <a:latin typeface="Arial" panose="020B0604020202020204" pitchFamily="34" charset="0"/>
                <a:cs typeface="Arial" panose="020B0604020202020204" pitchFamily="34" charset="0"/>
              </a:rPr>
              <a:t>Fusce</a:t>
            </a:r>
            <a:r>
              <a:rPr lang="en-US" sz="1100" dirty="0">
                <a:solidFill>
                  <a:srgbClr val="003349"/>
                </a:solidFill>
                <a:latin typeface="Arial" panose="020B0604020202020204" pitchFamily="34" charset="0"/>
                <a:cs typeface="Arial" panose="020B0604020202020204" pitchFamily="34" charset="0"/>
              </a:rPr>
              <a:t> </a:t>
            </a:r>
            <a:r>
              <a:rPr lang="en-US" sz="1100" dirty="0" err="1">
                <a:solidFill>
                  <a:srgbClr val="003349"/>
                </a:solidFill>
                <a:latin typeface="Arial" panose="020B0604020202020204" pitchFamily="34" charset="0"/>
                <a:cs typeface="Arial" panose="020B0604020202020204" pitchFamily="34" charset="0"/>
              </a:rPr>
              <a:t>posuere</a:t>
            </a:r>
            <a:r>
              <a:rPr lang="en-US" sz="1100" dirty="0">
                <a:solidFill>
                  <a:srgbClr val="003349"/>
                </a:solidFill>
                <a:latin typeface="Arial" panose="020B0604020202020204" pitchFamily="34" charset="0"/>
                <a:cs typeface="Arial" panose="020B0604020202020204" pitchFamily="34" charset="0"/>
              </a:rPr>
              <a:t>, magna sed pulvinar </a:t>
            </a:r>
            <a:r>
              <a:rPr lang="en-US" sz="1100" dirty="0" err="1">
                <a:solidFill>
                  <a:srgbClr val="003349"/>
                </a:solidFill>
                <a:latin typeface="Arial" panose="020B0604020202020204" pitchFamily="34" charset="0"/>
                <a:cs typeface="Arial" panose="020B0604020202020204" pitchFamily="34" charset="0"/>
              </a:rPr>
              <a:t>ultricies</a:t>
            </a:r>
            <a:r>
              <a:rPr lang="en-US" sz="1100" dirty="0">
                <a:solidFill>
                  <a:srgbClr val="003349"/>
                </a:solidFill>
                <a:latin typeface="Arial" panose="020B0604020202020204" pitchFamily="34" charset="0"/>
                <a:cs typeface="Arial" panose="020B0604020202020204" pitchFamily="34" charset="0"/>
              </a:rPr>
              <a:t>, </a:t>
            </a:r>
            <a:r>
              <a:rPr lang="en-US" sz="1100" dirty="0" err="1">
                <a:solidFill>
                  <a:srgbClr val="003349"/>
                </a:solidFill>
                <a:latin typeface="Arial" panose="020B0604020202020204" pitchFamily="34" charset="0"/>
                <a:cs typeface="Arial" panose="020B0604020202020204" pitchFamily="34" charset="0"/>
              </a:rPr>
              <a:t>purus</a:t>
            </a:r>
            <a:r>
              <a:rPr lang="en-US" sz="1100" dirty="0">
                <a:solidFill>
                  <a:srgbClr val="003349"/>
                </a:solidFill>
                <a:latin typeface="Arial" panose="020B0604020202020204" pitchFamily="34" charset="0"/>
                <a:cs typeface="Arial" panose="020B0604020202020204" pitchFamily="34" charset="0"/>
              </a:rPr>
              <a:t> </a:t>
            </a:r>
            <a:r>
              <a:rPr lang="en-US" sz="1100" dirty="0" err="1">
                <a:solidFill>
                  <a:srgbClr val="003349"/>
                </a:solidFill>
                <a:latin typeface="Arial" panose="020B0604020202020204" pitchFamily="34" charset="0"/>
                <a:cs typeface="Arial" panose="020B0604020202020204" pitchFamily="34" charset="0"/>
              </a:rPr>
              <a:t>lectus</a:t>
            </a:r>
            <a:r>
              <a:rPr lang="en-US" sz="1100" dirty="0">
                <a:solidFill>
                  <a:srgbClr val="003349"/>
                </a:solidFill>
                <a:latin typeface="Arial" panose="020B0604020202020204" pitchFamily="34" charset="0"/>
                <a:cs typeface="Arial" panose="020B0604020202020204" pitchFamily="34" charset="0"/>
              </a:rPr>
              <a:t> </a:t>
            </a:r>
            <a:r>
              <a:rPr lang="en-US" sz="1100" dirty="0" err="1">
                <a:solidFill>
                  <a:srgbClr val="003349"/>
                </a:solidFill>
                <a:latin typeface="Arial" panose="020B0604020202020204" pitchFamily="34" charset="0"/>
                <a:cs typeface="Arial" panose="020B0604020202020204" pitchFamily="34" charset="0"/>
              </a:rPr>
              <a:t>malesuada</a:t>
            </a:r>
            <a:r>
              <a:rPr lang="en-US" sz="1100" dirty="0">
                <a:solidFill>
                  <a:srgbClr val="003349"/>
                </a:solidFill>
                <a:latin typeface="Arial" panose="020B0604020202020204" pitchFamily="34" charset="0"/>
                <a:cs typeface="Arial" panose="020B0604020202020204" pitchFamily="34" charset="0"/>
              </a:rPr>
              <a:t> libero</a:t>
            </a:r>
          </a:p>
        </p:txBody>
      </p:sp>
      <p:sp>
        <p:nvSpPr>
          <p:cNvPr id="2" name="TextBox 1">
            <a:extLst>
              <a:ext uri="{FF2B5EF4-FFF2-40B4-BE49-F238E27FC236}">
                <a16:creationId xmlns:a16="http://schemas.microsoft.com/office/drawing/2014/main" id="{4423F8AF-9A2F-A963-F5F0-6576863F19D9}"/>
              </a:ext>
            </a:extLst>
          </p:cNvPr>
          <p:cNvSpPr txBox="1"/>
          <p:nvPr/>
        </p:nvSpPr>
        <p:spPr>
          <a:xfrm>
            <a:off x="8182098" y="6503467"/>
            <a:ext cx="3197102" cy="123111"/>
          </a:xfrm>
          <a:prstGeom prst="rect">
            <a:avLst/>
          </a:prstGeom>
          <a:noFill/>
        </p:spPr>
        <p:txBody>
          <a:bodyPr wrap="square" lIns="0" tIns="0" rIns="0" bIns="0" rtlCol="0" anchor="b" anchorCtr="0">
            <a:spAutoFit/>
          </a:bodyPr>
          <a:lstStyle/>
          <a:p>
            <a:pPr algn="r"/>
            <a:r>
              <a:rPr lang="en-US" sz="800">
                <a:solidFill>
                  <a:srgbClr val="E6E2D5">
                    <a:alpha val="60000"/>
                  </a:srgbClr>
                </a:solidFill>
              </a:rPr>
              <a:t>Confidential. Internal Use Only.</a:t>
            </a:r>
          </a:p>
        </p:txBody>
      </p:sp>
    </p:spTree>
    <p:extLst>
      <p:ext uri="{BB962C8B-B14F-4D97-AF65-F5344CB8AC3E}">
        <p14:creationId xmlns:p14="http://schemas.microsoft.com/office/powerpoint/2010/main" val="1480162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35185-AE65-0677-0BA0-0BB3E3E97EDC}"/>
              </a:ext>
            </a:extLst>
          </p:cNvPr>
          <p:cNvSpPr>
            <a:spLocks noGrp="1"/>
          </p:cNvSpPr>
          <p:nvPr>
            <p:ph type="title"/>
          </p:nvPr>
        </p:nvSpPr>
        <p:spPr/>
        <p:txBody>
          <a:bodyPr/>
          <a:lstStyle/>
          <a:p>
            <a:r>
              <a:rPr lang="en-US"/>
              <a:t>Sample Headline</a:t>
            </a:r>
          </a:p>
        </p:txBody>
      </p:sp>
      <p:sp>
        <p:nvSpPr>
          <p:cNvPr id="3" name="Text Placeholder 2">
            <a:extLst>
              <a:ext uri="{FF2B5EF4-FFF2-40B4-BE49-F238E27FC236}">
                <a16:creationId xmlns:a16="http://schemas.microsoft.com/office/drawing/2014/main" id="{3B310094-B31A-F194-F512-5F35CBAC1CC7}"/>
              </a:ext>
            </a:extLst>
          </p:cNvPr>
          <p:cNvSpPr>
            <a:spLocks noGrp="1"/>
          </p:cNvSpPr>
          <p:nvPr>
            <p:ph type="body" sz="quarter" idx="17"/>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a:p>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nonummy </a:t>
            </a:r>
            <a:r>
              <a:rPr lang="en-US" dirty="0" err="1"/>
              <a:t>pede</a:t>
            </a:r>
            <a:r>
              <a:rPr lang="en-US" dirty="0"/>
              <a:t>. Mauris et </a:t>
            </a:r>
            <a:r>
              <a:rPr lang="en-US" dirty="0" err="1"/>
              <a:t>orci</a:t>
            </a:r>
            <a:r>
              <a:rPr lang="en-US" dirty="0"/>
              <a:t>.</a:t>
            </a:r>
          </a:p>
          <a:p>
            <a:endParaRPr lang="en-US" dirty="0"/>
          </a:p>
        </p:txBody>
      </p:sp>
      <p:sp>
        <p:nvSpPr>
          <p:cNvPr id="4" name="Text Placeholder 3">
            <a:extLst>
              <a:ext uri="{FF2B5EF4-FFF2-40B4-BE49-F238E27FC236}">
                <a16:creationId xmlns:a16="http://schemas.microsoft.com/office/drawing/2014/main" id="{C9958BB1-6467-A945-BA7A-1A3920CA943A}"/>
              </a:ext>
            </a:extLst>
          </p:cNvPr>
          <p:cNvSpPr>
            <a:spLocks noGrp="1"/>
          </p:cNvSpPr>
          <p:nvPr>
            <p:ph type="body" sz="quarter" idx="18"/>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a:p>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nonummy </a:t>
            </a:r>
            <a:r>
              <a:rPr lang="en-US" dirty="0" err="1"/>
              <a:t>pede</a:t>
            </a:r>
            <a:r>
              <a:rPr lang="en-US" dirty="0"/>
              <a:t>. Mauris et </a:t>
            </a:r>
            <a:r>
              <a:rPr lang="en-US" dirty="0" err="1"/>
              <a:t>orci</a:t>
            </a:r>
            <a:r>
              <a:rPr lang="en-US" dirty="0"/>
              <a:t>.</a:t>
            </a:r>
          </a:p>
          <a:p>
            <a:endParaRPr lang="en-US" dirty="0"/>
          </a:p>
          <a:p>
            <a:endParaRPr lang="en-US" dirty="0"/>
          </a:p>
        </p:txBody>
      </p:sp>
      <p:sp>
        <p:nvSpPr>
          <p:cNvPr id="7" name="Text Placeholder 6">
            <a:extLst>
              <a:ext uri="{FF2B5EF4-FFF2-40B4-BE49-F238E27FC236}">
                <a16:creationId xmlns:a16="http://schemas.microsoft.com/office/drawing/2014/main" id="{F19E2DC8-0245-2ABB-7CB9-F8B08C21D0E8}"/>
              </a:ext>
            </a:extLst>
          </p:cNvPr>
          <p:cNvSpPr>
            <a:spLocks noGrp="1"/>
          </p:cNvSpPr>
          <p:nvPr>
            <p:ph type="body" sz="quarter" idx="19"/>
          </p:nvPr>
        </p:nvSpPr>
        <p:spPr/>
        <p:txBody>
          <a:bodyPr/>
          <a:lstStyle/>
          <a:p>
            <a:r>
              <a:rPr lang="en-US"/>
              <a:t>SAMPLE SUBHEAD</a:t>
            </a:r>
          </a:p>
        </p:txBody>
      </p:sp>
      <p:sp>
        <p:nvSpPr>
          <p:cNvPr id="8" name="Text Placeholder 7">
            <a:extLst>
              <a:ext uri="{FF2B5EF4-FFF2-40B4-BE49-F238E27FC236}">
                <a16:creationId xmlns:a16="http://schemas.microsoft.com/office/drawing/2014/main" id="{B1EC91D3-D211-4FD5-E102-361C1C468B30}"/>
              </a:ext>
            </a:extLst>
          </p:cNvPr>
          <p:cNvSpPr>
            <a:spLocks noGrp="1"/>
          </p:cNvSpPr>
          <p:nvPr>
            <p:ph type="body" sz="quarter" idx="20"/>
          </p:nvPr>
        </p:nvSpPr>
        <p:spPr/>
        <p:txBody>
          <a:bodyPr/>
          <a:lstStyle/>
          <a:p>
            <a:r>
              <a:rPr lang="en-US"/>
              <a:t>SAMPLE SUBHEAD</a:t>
            </a:r>
          </a:p>
        </p:txBody>
      </p:sp>
      <p:sp>
        <p:nvSpPr>
          <p:cNvPr id="5" name="Text Placeholder 4">
            <a:extLst>
              <a:ext uri="{FF2B5EF4-FFF2-40B4-BE49-F238E27FC236}">
                <a16:creationId xmlns:a16="http://schemas.microsoft.com/office/drawing/2014/main" id="{B9CCCC08-791C-D7B1-9E53-24C4AB8DD314}"/>
              </a:ext>
            </a:extLst>
          </p:cNvPr>
          <p:cNvSpPr>
            <a:spLocks noGrp="1"/>
          </p:cNvSpPr>
          <p:nvPr>
            <p:ph type="body" sz="quarter" idx="10"/>
          </p:nvPr>
        </p:nvSpPr>
        <p:spPr/>
        <p:txBody>
          <a:bodyPr>
            <a:normAutofit/>
          </a:bodyPr>
          <a:lstStyle/>
          <a:p>
            <a:pPr marL="0" indent="0">
              <a:buNone/>
            </a:pPr>
            <a:r>
              <a:rPr lang="en-US"/>
              <a:t>SAMPLE PRESENTATION TITLE</a:t>
            </a:r>
          </a:p>
        </p:txBody>
      </p:sp>
      <p:sp>
        <p:nvSpPr>
          <p:cNvPr id="6" name="Text Placeholder 5">
            <a:extLst>
              <a:ext uri="{FF2B5EF4-FFF2-40B4-BE49-F238E27FC236}">
                <a16:creationId xmlns:a16="http://schemas.microsoft.com/office/drawing/2014/main" id="{24360373-8CAA-6336-C130-38688227B4CA}"/>
              </a:ext>
            </a:extLst>
          </p:cNvPr>
          <p:cNvSpPr>
            <a:spLocks noGrp="1"/>
          </p:cNvSpPr>
          <p:nvPr>
            <p:ph type="body" sz="quarter" idx="11"/>
          </p:nvPr>
        </p:nvSpPr>
        <p:spPr/>
        <p:txBody>
          <a:bodyPr>
            <a:normAutofit/>
          </a:bodyPr>
          <a:lstStyle/>
          <a:p>
            <a:pPr marL="0" indent="0">
              <a:buNone/>
            </a:pPr>
            <a:fld id="{344FF45A-400D-0B4A-B756-4359704926FB}" type="slidenum">
              <a:rPr lang="en-US" smtClean="0"/>
              <a:pPr marL="0" indent="0">
                <a:buNone/>
              </a:pPr>
              <a:t>15</a:t>
            </a:fld>
            <a:endParaRPr lang="en-US"/>
          </a:p>
        </p:txBody>
      </p:sp>
    </p:spTree>
    <p:extLst>
      <p:ext uri="{BB962C8B-B14F-4D97-AF65-F5344CB8AC3E}">
        <p14:creationId xmlns:p14="http://schemas.microsoft.com/office/powerpoint/2010/main" val="1355559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E3BFE-FBFE-50F2-1FF2-AC7A0341BEF6}"/>
              </a:ext>
            </a:extLst>
          </p:cNvPr>
          <p:cNvSpPr>
            <a:spLocks noGrp="1"/>
          </p:cNvSpPr>
          <p:nvPr>
            <p:ph type="title"/>
          </p:nvPr>
        </p:nvSpPr>
        <p:spPr/>
        <p:txBody>
          <a:bodyPr/>
          <a:lstStyle/>
          <a:p>
            <a:r>
              <a:rPr lang="en-US"/>
              <a:t>Sample Headline</a:t>
            </a:r>
          </a:p>
        </p:txBody>
      </p:sp>
      <p:sp>
        <p:nvSpPr>
          <p:cNvPr id="3" name="Text Placeholder 2">
            <a:extLst>
              <a:ext uri="{FF2B5EF4-FFF2-40B4-BE49-F238E27FC236}">
                <a16:creationId xmlns:a16="http://schemas.microsoft.com/office/drawing/2014/main" id="{1664288C-72C2-8C3D-BC60-A44B1CF44ADE}"/>
              </a:ext>
            </a:extLst>
          </p:cNvPr>
          <p:cNvSpPr>
            <a:spLocks noGrp="1"/>
          </p:cNvSpPr>
          <p:nvPr>
            <p:ph type="body" sz="quarter" idx="17"/>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a:p>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nonummy </a:t>
            </a:r>
            <a:r>
              <a:rPr lang="en-US" dirty="0" err="1"/>
              <a:t>pede</a:t>
            </a:r>
            <a:r>
              <a:rPr lang="en-US" dirty="0"/>
              <a:t>. Mauris et </a:t>
            </a:r>
            <a:r>
              <a:rPr lang="en-US" dirty="0" err="1"/>
              <a:t>orci</a:t>
            </a:r>
            <a:r>
              <a:rPr lang="en-US" dirty="0"/>
              <a:t>.</a:t>
            </a:r>
          </a:p>
          <a:p>
            <a:endParaRPr lang="en-US" dirty="0"/>
          </a:p>
        </p:txBody>
      </p:sp>
      <p:sp>
        <p:nvSpPr>
          <p:cNvPr id="4" name="Text Placeholder 3">
            <a:extLst>
              <a:ext uri="{FF2B5EF4-FFF2-40B4-BE49-F238E27FC236}">
                <a16:creationId xmlns:a16="http://schemas.microsoft.com/office/drawing/2014/main" id="{4405701B-BB85-2331-2C52-D8AFD08BB6C6}"/>
              </a:ext>
            </a:extLst>
          </p:cNvPr>
          <p:cNvSpPr>
            <a:spLocks noGrp="1"/>
          </p:cNvSpPr>
          <p:nvPr>
            <p:ph type="body" sz="quarter" idx="18"/>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a:p>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nonummy </a:t>
            </a:r>
            <a:r>
              <a:rPr lang="en-US" dirty="0" err="1"/>
              <a:t>pede</a:t>
            </a:r>
            <a:r>
              <a:rPr lang="en-US" dirty="0"/>
              <a:t>. Mauris et </a:t>
            </a:r>
            <a:r>
              <a:rPr lang="en-US" dirty="0" err="1"/>
              <a:t>orci</a:t>
            </a:r>
            <a:r>
              <a:rPr lang="en-US" dirty="0"/>
              <a:t>.</a:t>
            </a:r>
          </a:p>
          <a:p>
            <a:endParaRPr lang="en-US" dirty="0"/>
          </a:p>
        </p:txBody>
      </p:sp>
      <p:sp>
        <p:nvSpPr>
          <p:cNvPr id="5" name="Text Placeholder 4">
            <a:extLst>
              <a:ext uri="{FF2B5EF4-FFF2-40B4-BE49-F238E27FC236}">
                <a16:creationId xmlns:a16="http://schemas.microsoft.com/office/drawing/2014/main" id="{E08385E9-16A4-5447-4C1D-E9F2B32FB12A}"/>
              </a:ext>
            </a:extLst>
          </p:cNvPr>
          <p:cNvSpPr>
            <a:spLocks noGrp="1"/>
          </p:cNvSpPr>
          <p:nvPr>
            <p:ph type="body" sz="quarter" idx="19"/>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a:p>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nonummy </a:t>
            </a:r>
            <a:r>
              <a:rPr lang="en-US" dirty="0" err="1"/>
              <a:t>pede</a:t>
            </a:r>
            <a:r>
              <a:rPr lang="en-US" dirty="0"/>
              <a:t>. Mauris et </a:t>
            </a:r>
            <a:r>
              <a:rPr lang="en-US" dirty="0" err="1"/>
              <a:t>orci</a:t>
            </a:r>
            <a:r>
              <a:rPr lang="en-US" dirty="0"/>
              <a:t>.</a:t>
            </a:r>
          </a:p>
          <a:p>
            <a:endParaRPr lang="en-US" dirty="0"/>
          </a:p>
        </p:txBody>
      </p:sp>
      <p:sp>
        <p:nvSpPr>
          <p:cNvPr id="6" name="Text Placeholder 5">
            <a:extLst>
              <a:ext uri="{FF2B5EF4-FFF2-40B4-BE49-F238E27FC236}">
                <a16:creationId xmlns:a16="http://schemas.microsoft.com/office/drawing/2014/main" id="{470182B5-1CCB-2308-6514-DCAF5624AC13}"/>
              </a:ext>
            </a:extLst>
          </p:cNvPr>
          <p:cNvSpPr>
            <a:spLocks noGrp="1"/>
          </p:cNvSpPr>
          <p:nvPr>
            <p:ph type="body" sz="quarter" idx="20"/>
          </p:nvPr>
        </p:nvSpPr>
        <p:spPr/>
        <p:txBody>
          <a:bodyPr/>
          <a:lstStyle/>
          <a:p>
            <a:r>
              <a:rPr lang="en-US"/>
              <a:t>SAMPLE SUBHEAD</a:t>
            </a:r>
          </a:p>
        </p:txBody>
      </p:sp>
      <p:sp>
        <p:nvSpPr>
          <p:cNvPr id="7" name="Text Placeholder 6">
            <a:extLst>
              <a:ext uri="{FF2B5EF4-FFF2-40B4-BE49-F238E27FC236}">
                <a16:creationId xmlns:a16="http://schemas.microsoft.com/office/drawing/2014/main" id="{284F41BF-324A-7D31-21B3-B6E40290542F}"/>
              </a:ext>
            </a:extLst>
          </p:cNvPr>
          <p:cNvSpPr>
            <a:spLocks noGrp="1"/>
          </p:cNvSpPr>
          <p:nvPr>
            <p:ph type="body" sz="quarter" idx="21"/>
          </p:nvPr>
        </p:nvSpPr>
        <p:spPr/>
        <p:txBody>
          <a:bodyPr/>
          <a:lstStyle/>
          <a:p>
            <a:r>
              <a:rPr lang="en-US"/>
              <a:t>SAMPLE SUBHEAD</a:t>
            </a:r>
          </a:p>
        </p:txBody>
      </p:sp>
      <p:sp>
        <p:nvSpPr>
          <p:cNvPr id="8" name="Text Placeholder 7">
            <a:extLst>
              <a:ext uri="{FF2B5EF4-FFF2-40B4-BE49-F238E27FC236}">
                <a16:creationId xmlns:a16="http://schemas.microsoft.com/office/drawing/2014/main" id="{111A4E13-636C-5EE7-6BDB-EF58B5307ADB}"/>
              </a:ext>
            </a:extLst>
          </p:cNvPr>
          <p:cNvSpPr>
            <a:spLocks noGrp="1"/>
          </p:cNvSpPr>
          <p:nvPr>
            <p:ph type="body" sz="quarter" idx="22"/>
          </p:nvPr>
        </p:nvSpPr>
        <p:spPr/>
        <p:txBody>
          <a:bodyPr/>
          <a:lstStyle/>
          <a:p>
            <a:r>
              <a:rPr lang="en-US"/>
              <a:t>SAMPLE SUBHEAD</a:t>
            </a:r>
          </a:p>
        </p:txBody>
      </p:sp>
      <p:sp>
        <p:nvSpPr>
          <p:cNvPr id="9" name="Text Placeholder 8">
            <a:extLst>
              <a:ext uri="{FF2B5EF4-FFF2-40B4-BE49-F238E27FC236}">
                <a16:creationId xmlns:a16="http://schemas.microsoft.com/office/drawing/2014/main" id="{FB335E75-0F6C-A186-736C-D1A5E3337C59}"/>
              </a:ext>
            </a:extLst>
          </p:cNvPr>
          <p:cNvSpPr>
            <a:spLocks noGrp="1"/>
          </p:cNvSpPr>
          <p:nvPr>
            <p:ph type="body" sz="quarter" idx="10"/>
          </p:nvPr>
        </p:nvSpPr>
        <p:spPr/>
        <p:txBody>
          <a:bodyPr>
            <a:normAutofit/>
          </a:bodyPr>
          <a:lstStyle/>
          <a:p>
            <a:pPr marL="0" indent="0">
              <a:buNone/>
            </a:pPr>
            <a:r>
              <a:rPr lang="en-US"/>
              <a:t>SAMPLE PRESENTATION TITLE</a:t>
            </a:r>
          </a:p>
        </p:txBody>
      </p:sp>
      <p:sp>
        <p:nvSpPr>
          <p:cNvPr id="10" name="Text Placeholder 9">
            <a:extLst>
              <a:ext uri="{FF2B5EF4-FFF2-40B4-BE49-F238E27FC236}">
                <a16:creationId xmlns:a16="http://schemas.microsoft.com/office/drawing/2014/main" id="{0654692F-E6DA-FADA-5EBF-F80573BB9FD1}"/>
              </a:ext>
            </a:extLst>
          </p:cNvPr>
          <p:cNvSpPr>
            <a:spLocks noGrp="1"/>
          </p:cNvSpPr>
          <p:nvPr>
            <p:ph type="body" sz="quarter" idx="11"/>
          </p:nvPr>
        </p:nvSpPr>
        <p:spPr/>
        <p:txBody>
          <a:bodyPr>
            <a:normAutofit/>
          </a:bodyPr>
          <a:lstStyle/>
          <a:p>
            <a:pPr marL="0" indent="0">
              <a:buNone/>
            </a:pPr>
            <a:fld id="{BC1AFC6A-A083-EF4B-97B0-85B43F7FF4DA}" type="slidenum">
              <a:rPr lang="en-US" smtClean="0"/>
              <a:pPr marL="0" indent="0">
                <a:buNone/>
              </a:pPr>
              <a:t>16</a:t>
            </a:fld>
            <a:endParaRPr lang="en-US"/>
          </a:p>
        </p:txBody>
      </p:sp>
    </p:spTree>
    <p:extLst>
      <p:ext uri="{BB962C8B-B14F-4D97-AF65-F5344CB8AC3E}">
        <p14:creationId xmlns:p14="http://schemas.microsoft.com/office/powerpoint/2010/main" val="2029248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C4B52-953C-248E-C578-17B92FBEDBBC}"/>
              </a:ext>
            </a:extLst>
          </p:cNvPr>
          <p:cNvSpPr>
            <a:spLocks noGrp="1"/>
          </p:cNvSpPr>
          <p:nvPr>
            <p:ph type="title"/>
          </p:nvPr>
        </p:nvSpPr>
        <p:spPr/>
        <p:txBody>
          <a:bodyPr/>
          <a:lstStyle/>
          <a:p>
            <a:r>
              <a:rPr lang="en-US"/>
              <a:t>Sample Headline</a:t>
            </a:r>
          </a:p>
        </p:txBody>
      </p:sp>
      <p:sp>
        <p:nvSpPr>
          <p:cNvPr id="3" name="Text Placeholder 2">
            <a:extLst>
              <a:ext uri="{FF2B5EF4-FFF2-40B4-BE49-F238E27FC236}">
                <a16:creationId xmlns:a16="http://schemas.microsoft.com/office/drawing/2014/main" id="{F53BADF0-5E2B-783B-A1F0-B30AE45D1401}"/>
              </a:ext>
            </a:extLst>
          </p:cNvPr>
          <p:cNvSpPr>
            <a:spLocks noGrp="1"/>
          </p:cNvSpPr>
          <p:nvPr>
            <p:ph type="body" sz="quarter" idx="17"/>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endParaRPr lang="en-US" dirty="0"/>
          </a:p>
          <a:p>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endParaRPr lang="en-US" dirty="0"/>
          </a:p>
        </p:txBody>
      </p:sp>
      <p:sp>
        <p:nvSpPr>
          <p:cNvPr id="4" name="Text Placeholder 3">
            <a:extLst>
              <a:ext uri="{FF2B5EF4-FFF2-40B4-BE49-F238E27FC236}">
                <a16:creationId xmlns:a16="http://schemas.microsoft.com/office/drawing/2014/main" id="{348C86EA-BC98-03B3-68B8-2FF78CB6BB9A}"/>
              </a:ext>
            </a:extLst>
          </p:cNvPr>
          <p:cNvSpPr>
            <a:spLocks noGrp="1"/>
          </p:cNvSpPr>
          <p:nvPr>
            <p:ph type="body" sz="quarter" idx="18"/>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endParaRPr lang="en-US" dirty="0"/>
          </a:p>
          <a:p>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endParaRPr lang="en-US" dirty="0"/>
          </a:p>
        </p:txBody>
      </p:sp>
      <p:sp>
        <p:nvSpPr>
          <p:cNvPr id="5" name="Text Placeholder 4">
            <a:extLst>
              <a:ext uri="{FF2B5EF4-FFF2-40B4-BE49-F238E27FC236}">
                <a16:creationId xmlns:a16="http://schemas.microsoft.com/office/drawing/2014/main" id="{3D4FBCA7-A6B4-0E65-5781-A782390F4DBC}"/>
              </a:ext>
            </a:extLst>
          </p:cNvPr>
          <p:cNvSpPr>
            <a:spLocks noGrp="1"/>
          </p:cNvSpPr>
          <p:nvPr>
            <p:ph type="body" sz="quarter" idx="19"/>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endParaRPr lang="en-US" dirty="0"/>
          </a:p>
          <a:p>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endParaRPr lang="en-US" dirty="0"/>
          </a:p>
        </p:txBody>
      </p:sp>
      <p:sp>
        <p:nvSpPr>
          <p:cNvPr id="6" name="Text Placeholder 5">
            <a:extLst>
              <a:ext uri="{FF2B5EF4-FFF2-40B4-BE49-F238E27FC236}">
                <a16:creationId xmlns:a16="http://schemas.microsoft.com/office/drawing/2014/main" id="{9F043B6F-6719-0C29-6491-E20E8406604F}"/>
              </a:ext>
            </a:extLst>
          </p:cNvPr>
          <p:cNvSpPr>
            <a:spLocks noGrp="1"/>
          </p:cNvSpPr>
          <p:nvPr>
            <p:ph type="body" sz="quarter" idx="20"/>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endParaRPr lang="en-US" dirty="0"/>
          </a:p>
          <a:p>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endParaRPr lang="en-US" dirty="0"/>
          </a:p>
        </p:txBody>
      </p:sp>
      <p:sp>
        <p:nvSpPr>
          <p:cNvPr id="7" name="Text Placeholder 6">
            <a:extLst>
              <a:ext uri="{FF2B5EF4-FFF2-40B4-BE49-F238E27FC236}">
                <a16:creationId xmlns:a16="http://schemas.microsoft.com/office/drawing/2014/main" id="{512BD02C-E6EC-82EA-23D2-F831A8C43838}"/>
              </a:ext>
            </a:extLst>
          </p:cNvPr>
          <p:cNvSpPr>
            <a:spLocks noGrp="1"/>
          </p:cNvSpPr>
          <p:nvPr>
            <p:ph type="body" sz="quarter" idx="21"/>
          </p:nvPr>
        </p:nvSpPr>
        <p:spPr/>
        <p:txBody>
          <a:bodyPr/>
          <a:lstStyle/>
          <a:p>
            <a:r>
              <a:rPr lang="en-US"/>
              <a:t>SAMPLE SUBHEAD</a:t>
            </a:r>
          </a:p>
        </p:txBody>
      </p:sp>
      <p:sp>
        <p:nvSpPr>
          <p:cNvPr id="8" name="Text Placeholder 7">
            <a:extLst>
              <a:ext uri="{FF2B5EF4-FFF2-40B4-BE49-F238E27FC236}">
                <a16:creationId xmlns:a16="http://schemas.microsoft.com/office/drawing/2014/main" id="{7938C9E0-21D4-0884-2C6A-1515135B97F8}"/>
              </a:ext>
            </a:extLst>
          </p:cNvPr>
          <p:cNvSpPr>
            <a:spLocks noGrp="1"/>
          </p:cNvSpPr>
          <p:nvPr>
            <p:ph type="body" sz="quarter" idx="22"/>
          </p:nvPr>
        </p:nvSpPr>
        <p:spPr/>
        <p:txBody>
          <a:bodyPr/>
          <a:lstStyle/>
          <a:p>
            <a:r>
              <a:rPr lang="en-US"/>
              <a:t>SAMPLE SUBHEAD</a:t>
            </a:r>
          </a:p>
        </p:txBody>
      </p:sp>
      <p:sp>
        <p:nvSpPr>
          <p:cNvPr id="9" name="Text Placeholder 8">
            <a:extLst>
              <a:ext uri="{FF2B5EF4-FFF2-40B4-BE49-F238E27FC236}">
                <a16:creationId xmlns:a16="http://schemas.microsoft.com/office/drawing/2014/main" id="{B843C521-CFF3-A5D8-0B2A-90DD382F8E2C}"/>
              </a:ext>
            </a:extLst>
          </p:cNvPr>
          <p:cNvSpPr>
            <a:spLocks noGrp="1"/>
          </p:cNvSpPr>
          <p:nvPr>
            <p:ph type="body" sz="quarter" idx="23"/>
          </p:nvPr>
        </p:nvSpPr>
        <p:spPr/>
        <p:txBody>
          <a:bodyPr/>
          <a:lstStyle/>
          <a:p>
            <a:r>
              <a:rPr lang="en-US"/>
              <a:t>SAMPLE SUBHEAD</a:t>
            </a:r>
          </a:p>
        </p:txBody>
      </p:sp>
      <p:sp>
        <p:nvSpPr>
          <p:cNvPr id="10" name="Text Placeholder 9">
            <a:extLst>
              <a:ext uri="{FF2B5EF4-FFF2-40B4-BE49-F238E27FC236}">
                <a16:creationId xmlns:a16="http://schemas.microsoft.com/office/drawing/2014/main" id="{3B2B6555-CAFA-6074-8CD0-0232145D60D9}"/>
              </a:ext>
            </a:extLst>
          </p:cNvPr>
          <p:cNvSpPr>
            <a:spLocks noGrp="1"/>
          </p:cNvSpPr>
          <p:nvPr>
            <p:ph type="body" sz="quarter" idx="24"/>
          </p:nvPr>
        </p:nvSpPr>
        <p:spPr/>
        <p:txBody>
          <a:bodyPr/>
          <a:lstStyle/>
          <a:p>
            <a:r>
              <a:rPr lang="en-US"/>
              <a:t>SAMPLE SUBHEAD</a:t>
            </a:r>
          </a:p>
        </p:txBody>
      </p:sp>
      <p:sp>
        <p:nvSpPr>
          <p:cNvPr id="11" name="Text Placeholder 10">
            <a:extLst>
              <a:ext uri="{FF2B5EF4-FFF2-40B4-BE49-F238E27FC236}">
                <a16:creationId xmlns:a16="http://schemas.microsoft.com/office/drawing/2014/main" id="{C315AED4-7393-D77F-8497-80DCE0C24BEB}"/>
              </a:ext>
            </a:extLst>
          </p:cNvPr>
          <p:cNvSpPr>
            <a:spLocks noGrp="1"/>
          </p:cNvSpPr>
          <p:nvPr>
            <p:ph type="body" sz="quarter" idx="10"/>
          </p:nvPr>
        </p:nvSpPr>
        <p:spPr/>
        <p:txBody>
          <a:bodyPr>
            <a:normAutofit/>
          </a:bodyPr>
          <a:lstStyle/>
          <a:p>
            <a:pPr marL="0" indent="0">
              <a:buNone/>
            </a:pPr>
            <a:r>
              <a:rPr lang="en-US"/>
              <a:t>SAMPLE PRESENTATION TITLE</a:t>
            </a:r>
          </a:p>
        </p:txBody>
      </p:sp>
      <p:sp>
        <p:nvSpPr>
          <p:cNvPr id="12" name="Text Placeholder 11">
            <a:extLst>
              <a:ext uri="{FF2B5EF4-FFF2-40B4-BE49-F238E27FC236}">
                <a16:creationId xmlns:a16="http://schemas.microsoft.com/office/drawing/2014/main" id="{5B188973-88E3-F41E-9566-6B775C360AE6}"/>
              </a:ext>
            </a:extLst>
          </p:cNvPr>
          <p:cNvSpPr>
            <a:spLocks noGrp="1"/>
          </p:cNvSpPr>
          <p:nvPr>
            <p:ph type="body" sz="quarter" idx="11"/>
          </p:nvPr>
        </p:nvSpPr>
        <p:spPr/>
        <p:txBody>
          <a:bodyPr>
            <a:normAutofit/>
          </a:bodyPr>
          <a:lstStyle/>
          <a:p>
            <a:pPr marL="0" indent="0">
              <a:buNone/>
            </a:pPr>
            <a:fld id="{9E0A9D1E-663E-9841-9E88-3B4AE0A7AE84}" type="slidenum">
              <a:rPr lang="en-US" smtClean="0"/>
              <a:pPr marL="0" indent="0">
                <a:buNone/>
              </a:pPr>
              <a:t>17</a:t>
            </a:fld>
            <a:endParaRPr lang="en-US"/>
          </a:p>
        </p:txBody>
      </p:sp>
    </p:spTree>
    <p:extLst>
      <p:ext uri="{BB962C8B-B14F-4D97-AF65-F5344CB8AC3E}">
        <p14:creationId xmlns:p14="http://schemas.microsoft.com/office/powerpoint/2010/main" val="3290182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546A5-319E-2871-A6D7-2EDBFD973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7D0603-48F6-8F24-8E62-EAB1C929DD86}"/>
              </a:ext>
            </a:extLst>
          </p:cNvPr>
          <p:cNvSpPr>
            <a:spLocks noGrp="1"/>
          </p:cNvSpPr>
          <p:nvPr>
            <p:ph type="title"/>
          </p:nvPr>
        </p:nvSpPr>
        <p:spPr/>
        <p:txBody>
          <a:bodyPr/>
          <a:lstStyle/>
          <a:p>
            <a:r>
              <a:rPr lang="en-US"/>
              <a:t>Sample Headline</a:t>
            </a:r>
          </a:p>
        </p:txBody>
      </p:sp>
      <p:sp>
        <p:nvSpPr>
          <p:cNvPr id="3" name="Text Placeholder 2">
            <a:extLst>
              <a:ext uri="{FF2B5EF4-FFF2-40B4-BE49-F238E27FC236}">
                <a16:creationId xmlns:a16="http://schemas.microsoft.com/office/drawing/2014/main" id="{D68CFBE7-9A27-8E59-8DED-CE7220A82BBE}"/>
              </a:ext>
            </a:extLst>
          </p:cNvPr>
          <p:cNvSpPr>
            <a:spLocks noGrp="1"/>
          </p:cNvSpPr>
          <p:nvPr>
            <p:ph type="body" sz="quarter" idx="17"/>
          </p:nvPr>
        </p:nvSpPr>
        <p:spPr>
          <a:xfrm>
            <a:off x="838199" y="2903001"/>
            <a:ext cx="2194560" cy="3474720"/>
          </a:xfrm>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endParaRPr lang="en-US" dirty="0"/>
          </a:p>
        </p:txBody>
      </p:sp>
      <p:sp>
        <p:nvSpPr>
          <p:cNvPr id="4" name="Text Placeholder 3">
            <a:extLst>
              <a:ext uri="{FF2B5EF4-FFF2-40B4-BE49-F238E27FC236}">
                <a16:creationId xmlns:a16="http://schemas.microsoft.com/office/drawing/2014/main" id="{6D59C8A3-862B-6BE7-9AF3-8393536701FC}"/>
              </a:ext>
            </a:extLst>
          </p:cNvPr>
          <p:cNvSpPr>
            <a:spLocks noGrp="1"/>
          </p:cNvSpPr>
          <p:nvPr>
            <p:ph type="body" sz="quarter" idx="18"/>
          </p:nvPr>
        </p:nvSpPr>
        <p:spPr>
          <a:xfrm>
            <a:off x="3601719" y="2903001"/>
            <a:ext cx="2194560" cy="3474720"/>
          </a:xfrm>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endParaRPr lang="en-US" dirty="0"/>
          </a:p>
        </p:txBody>
      </p:sp>
      <p:sp>
        <p:nvSpPr>
          <p:cNvPr id="5" name="Text Placeholder 4">
            <a:extLst>
              <a:ext uri="{FF2B5EF4-FFF2-40B4-BE49-F238E27FC236}">
                <a16:creationId xmlns:a16="http://schemas.microsoft.com/office/drawing/2014/main" id="{199792EC-A2A9-391E-A914-CC07604C4109}"/>
              </a:ext>
            </a:extLst>
          </p:cNvPr>
          <p:cNvSpPr>
            <a:spLocks noGrp="1"/>
          </p:cNvSpPr>
          <p:nvPr>
            <p:ph type="body" sz="quarter" idx="19"/>
          </p:nvPr>
        </p:nvSpPr>
        <p:spPr>
          <a:xfrm>
            <a:off x="6365239" y="2903001"/>
            <a:ext cx="2194560" cy="3474720"/>
          </a:xfrm>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endParaRPr lang="en-US" dirty="0"/>
          </a:p>
        </p:txBody>
      </p:sp>
      <p:sp>
        <p:nvSpPr>
          <p:cNvPr id="6" name="Text Placeholder 5">
            <a:extLst>
              <a:ext uri="{FF2B5EF4-FFF2-40B4-BE49-F238E27FC236}">
                <a16:creationId xmlns:a16="http://schemas.microsoft.com/office/drawing/2014/main" id="{B1A818B9-D285-2A03-4D88-66DB8BAD05C8}"/>
              </a:ext>
            </a:extLst>
          </p:cNvPr>
          <p:cNvSpPr>
            <a:spLocks noGrp="1"/>
          </p:cNvSpPr>
          <p:nvPr>
            <p:ph type="body" sz="quarter" idx="20"/>
          </p:nvPr>
        </p:nvSpPr>
        <p:spPr>
          <a:xfrm>
            <a:off x="9128759" y="2903001"/>
            <a:ext cx="2194560" cy="3474720"/>
          </a:xfrm>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endParaRPr lang="en-US" dirty="0"/>
          </a:p>
        </p:txBody>
      </p:sp>
      <p:sp>
        <p:nvSpPr>
          <p:cNvPr id="7" name="Text Placeholder 6">
            <a:extLst>
              <a:ext uri="{FF2B5EF4-FFF2-40B4-BE49-F238E27FC236}">
                <a16:creationId xmlns:a16="http://schemas.microsoft.com/office/drawing/2014/main" id="{3ED63225-1B22-4B60-43D2-F4B935297DD4}"/>
              </a:ext>
            </a:extLst>
          </p:cNvPr>
          <p:cNvSpPr>
            <a:spLocks noGrp="1"/>
          </p:cNvSpPr>
          <p:nvPr>
            <p:ph type="body" sz="quarter" idx="21"/>
          </p:nvPr>
        </p:nvSpPr>
        <p:spPr>
          <a:xfrm>
            <a:off x="838201" y="2170851"/>
            <a:ext cx="2194555" cy="528315"/>
          </a:xfrm>
        </p:spPr>
        <p:txBody>
          <a:bodyPr/>
          <a:lstStyle/>
          <a:p>
            <a:r>
              <a:rPr lang="en-US"/>
              <a:t>SAMPLE SUBHEAD</a:t>
            </a:r>
          </a:p>
        </p:txBody>
      </p:sp>
      <p:sp>
        <p:nvSpPr>
          <p:cNvPr id="8" name="Text Placeholder 7">
            <a:extLst>
              <a:ext uri="{FF2B5EF4-FFF2-40B4-BE49-F238E27FC236}">
                <a16:creationId xmlns:a16="http://schemas.microsoft.com/office/drawing/2014/main" id="{5996F653-F0A0-017F-AEC8-EA754DD434BE}"/>
              </a:ext>
            </a:extLst>
          </p:cNvPr>
          <p:cNvSpPr>
            <a:spLocks noGrp="1"/>
          </p:cNvSpPr>
          <p:nvPr>
            <p:ph type="body" sz="quarter" idx="22"/>
          </p:nvPr>
        </p:nvSpPr>
        <p:spPr>
          <a:xfrm>
            <a:off x="3601719" y="2170850"/>
            <a:ext cx="2194555" cy="528315"/>
          </a:xfrm>
        </p:spPr>
        <p:txBody>
          <a:bodyPr/>
          <a:lstStyle/>
          <a:p>
            <a:r>
              <a:rPr lang="en-US"/>
              <a:t>SAMPLE SUBHEAD</a:t>
            </a:r>
          </a:p>
        </p:txBody>
      </p:sp>
      <p:sp>
        <p:nvSpPr>
          <p:cNvPr id="9" name="Text Placeholder 8">
            <a:extLst>
              <a:ext uri="{FF2B5EF4-FFF2-40B4-BE49-F238E27FC236}">
                <a16:creationId xmlns:a16="http://schemas.microsoft.com/office/drawing/2014/main" id="{13B57FAE-6896-446C-41F5-6A1C2B6B52AB}"/>
              </a:ext>
            </a:extLst>
          </p:cNvPr>
          <p:cNvSpPr>
            <a:spLocks noGrp="1"/>
          </p:cNvSpPr>
          <p:nvPr>
            <p:ph type="body" sz="quarter" idx="23"/>
          </p:nvPr>
        </p:nvSpPr>
        <p:spPr>
          <a:xfrm>
            <a:off x="6365237" y="2201963"/>
            <a:ext cx="2184402" cy="528315"/>
          </a:xfrm>
        </p:spPr>
        <p:txBody>
          <a:bodyPr/>
          <a:lstStyle/>
          <a:p>
            <a:r>
              <a:rPr lang="en-US"/>
              <a:t>SAMPLE SUBHEAD</a:t>
            </a:r>
          </a:p>
        </p:txBody>
      </p:sp>
      <p:sp>
        <p:nvSpPr>
          <p:cNvPr id="10" name="Text Placeholder 9">
            <a:extLst>
              <a:ext uri="{FF2B5EF4-FFF2-40B4-BE49-F238E27FC236}">
                <a16:creationId xmlns:a16="http://schemas.microsoft.com/office/drawing/2014/main" id="{12CFC73F-8C7E-C4BF-FC37-090960D35F1C}"/>
              </a:ext>
            </a:extLst>
          </p:cNvPr>
          <p:cNvSpPr>
            <a:spLocks noGrp="1"/>
          </p:cNvSpPr>
          <p:nvPr>
            <p:ph type="body" sz="quarter" idx="24"/>
          </p:nvPr>
        </p:nvSpPr>
        <p:spPr>
          <a:xfrm>
            <a:off x="9118602" y="2201963"/>
            <a:ext cx="2184402" cy="528315"/>
          </a:xfrm>
        </p:spPr>
        <p:txBody>
          <a:bodyPr/>
          <a:lstStyle/>
          <a:p>
            <a:r>
              <a:rPr lang="en-US"/>
              <a:t>SAMPLE SUBHEAD</a:t>
            </a:r>
          </a:p>
        </p:txBody>
      </p:sp>
      <p:sp>
        <p:nvSpPr>
          <p:cNvPr id="15" name="Text Placeholder 14">
            <a:extLst>
              <a:ext uri="{FF2B5EF4-FFF2-40B4-BE49-F238E27FC236}">
                <a16:creationId xmlns:a16="http://schemas.microsoft.com/office/drawing/2014/main" id="{2950FEC8-5FA2-47F2-D462-07CB74ECFA31}"/>
              </a:ext>
            </a:extLst>
          </p:cNvPr>
          <p:cNvSpPr>
            <a:spLocks noGrp="1"/>
          </p:cNvSpPr>
          <p:nvPr>
            <p:ph type="body" sz="quarter" idx="10"/>
          </p:nvPr>
        </p:nvSpPr>
        <p:spPr/>
        <p:txBody>
          <a:bodyPr>
            <a:normAutofit/>
          </a:bodyPr>
          <a:lstStyle/>
          <a:p>
            <a:pPr marL="0" indent="0">
              <a:buNone/>
            </a:pPr>
            <a:r>
              <a:rPr lang="en-US"/>
              <a:t>SAMPLE PRESENTATION TITLE</a:t>
            </a:r>
          </a:p>
        </p:txBody>
      </p:sp>
      <p:sp>
        <p:nvSpPr>
          <p:cNvPr id="16" name="Text Placeholder 15">
            <a:extLst>
              <a:ext uri="{FF2B5EF4-FFF2-40B4-BE49-F238E27FC236}">
                <a16:creationId xmlns:a16="http://schemas.microsoft.com/office/drawing/2014/main" id="{5517BC75-F72A-2E77-E8E7-4B1476A9B03B}"/>
              </a:ext>
            </a:extLst>
          </p:cNvPr>
          <p:cNvSpPr>
            <a:spLocks noGrp="1"/>
          </p:cNvSpPr>
          <p:nvPr>
            <p:ph type="body" sz="quarter" idx="11"/>
          </p:nvPr>
        </p:nvSpPr>
        <p:spPr/>
        <p:txBody>
          <a:bodyPr>
            <a:normAutofit/>
          </a:bodyPr>
          <a:lstStyle/>
          <a:p>
            <a:pPr marL="0" indent="0">
              <a:buNone/>
            </a:pPr>
            <a:fld id="{70293780-6129-1A45-A09E-9F639E573B99}" type="slidenum">
              <a:rPr lang="en-US" smtClean="0"/>
              <a:pPr marL="0" indent="0">
                <a:buNone/>
              </a:pPr>
              <a:t>18</a:t>
            </a:fld>
            <a:endParaRPr lang="en-US"/>
          </a:p>
        </p:txBody>
      </p:sp>
      <p:pic>
        <p:nvPicPr>
          <p:cNvPr id="11" name="Picture 10">
            <a:extLst>
              <a:ext uri="{FF2B5EF4-FFF2-40B4-BE49-F238E27FC236}">
                <a16:creationId xmlns:a16="http://schemas.microsoft.com/office/drawing/2014/main" id="{49283466-2035-96A9-52D1-8A45ADBA3985}"/>
              </a:ext>
            </a:extLst>
          </p:cNvPr>
          <p:cNvPicPr>
            <a:picLocks noChangeAspect="1"/>
          </p:cNvPicPr>
          <p:nvPr/>
        </p:nvPicPr>
        <p:blipFill>
          <a:blip r:embed="rId2"/>
          <a:stretch>
            <a:fillRect/>
          </a:stretch>
        </p:blipFill>
        <p:spPr>
          <a:xfrm>
            <a:off x="1681557" y="1782937"/>
            <a:ext cx="507844" cy="507844"/>
          </a:xfrm>
          <a:prstGeom prst="rect">
            <a:avLst/>
          </a:prstGeom>
        </p:spPr>
      </p:pic>
      <p:pic>
        <p:nvPicPr>
          <p:cNvPr id="12" name="Picture 11">
            <a:extLst>
              <a:ext uri="{FF2B5EF4-FFF2-40B4-BE49-F238E27FC236}">
                <a16:creationId xmlns:a16="http://schemas.microsoft.com/office/drawing/2014/main" id="{CFC00469-9630-44D8-1BE6-625FB8F8CDA5}"/>
              </a:ext>
            </a:extLst>
          </p:cNvPr>
          <p:cNvPicPr>
            <a:picLocks noChangeAspect="1"/>
          </p:cNvPicPr>
          <p:nvPr/>
        </p:nvPicPr>
        <p:blipFill>
          <a:blip r:embed="rId3"/>
          <a:stretch>
            <a:fillRect/>
          </a:stretch>
        </p:blipFill>
        <p:spPr>
          <a:xfrm>
            <a:off x="4365885" y="1787315"/>
            <a:ext cx="507844" cy="499088"/>
          </a:xfrm>
          <a:prstGeom prst="rect">
            <a:avLst/>
          </a:prstGeom>
        </p:spPr>
      </p:pic>
      <p:pic>
        <p:nvPicPr>
          <p:cNvPr id="13" name="Picture 12">
            <a:extLst>
              <a:ext uri="{FF2B5EF4-FFF2-40B4-BE49-F238E27FC236}">
                <a16:creationId xmlns:a16="http://schemas.microsoft.com/office/drawing/2014/main" id="{26C6C4D4-0EF3-8CBF-60E4-F7B78DF7D17B}"/>
              </a:ext>
            </a:extLst>
          </p:cNvPr>
          <p:cNvPicPr>
            <a:picLocks noChangeAspect="1"/>
          </p:cNvPicPr>
          <p:nvPr/>
        </p:nvPicPr>
        <p:blipFill>
          <a:blip r:embed="rId4"/>
          <a:stretch>
            <a:fillRect/>
          </a:stretch>
        </p:blipFill>
        <p:spPr>
          <a:xfrm>
            <a:off x="7129403" y="1831095"/>
            <a:ext cx="464063" cy="411528"/>
          </a:xfrm>
          <a:prstGeom prst="rect">
            <a:avLst/>
          </a:prstGeom>
        </p:spPr>
      </p:pic>
      <p:pic>
        <p:nvPicPr>
          <p:cNvPr id="14" name="Picture 13">
            <a:extLst>
              <a:ext uri="{FF2B5EF4-FFF2-40B4-BE49-F238E27FC236}">
                <a16:creationId xmlns:a16="http://schemas.microsoft.com/office/drawing/2014/main" id="{3F2E8B83-633D-2066-8155-062D181CB3DA}"/>
              </a:ext>
            </a:extLst>
          </p:cNvPr>
          <p:cNvPicPr>
            <a:picLocks noChangeAspect="1"/>
          </p:cNvPicPr>
          <p:nvPr/>
        </p:nvPicPr>
        <p:blipFill>
          <a:blip r:embed="rId5"/>
          <a:stretch>
            <a:fillRect/>
          </a:stretch>
        </p:blipFill>
        <p:spPr>
          <a:xfrm>
            <a:off x="10026929" y="1813584"/>
            <a:ext cx="367748" cy="446551"/>
          </a:xfrm>
          <a:prstGeom prst="rect">
            <a:avLst/>
          </a:prstGeom>
        </p:spPr>
      </p:pic>
    </p:spTree>
    <p:extLst>
      <p:ext uri="{BB962C8B-B14F-4D97-AF65-F5344CB8AC3E}">
        <p14:creationId xmlns:p14="http://schemas.microsoft.com/office/powerpoint/2010/main" val="935979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6EB67-9A5B-B1DB-7C4B-73097A6959A9}"/>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2EBFC4B0-5418-E6F6-2578-5C35FC16BF42}"/>
              </a:ext>
            </a:extLst>
          </p:cNvPr>
          <p:cNvSpPr>
            <a:spLocks noGrp="1"/>
          </p:cNvSpPr>
          <p:nvPr>
            <p:ph type="body" sz="half" idx="2"/>
          </p:nvPr>
        </p:nvSpPr>
        <p:spPr/>
        <p:txBody>
          <a:bodyPr>
            <a:normAutofit/>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a:p>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nonummy </a:t>
            </a:r>
            <a:r>
              <a:rPr lang="en-US" dirty="0" err="1"/>
              <a:t>pede</a:t>
            </a:r>
            <a:r>
              <a:rPr lang="en-US" dirty="0"/>
              <a:t>. Mauris et </a:t>
            </a:r>
            <a:r>
              <a:rPr lang="en-US" dirty="0" err="1"/>
              <a:t>orci</a:t>
            </a:r>
            <a:r>
              <a:rPr lang="en-US" dirty="0"/>
              <a:t>.</a:t>
            </a:r>
          </a:p>
          <a:p>
            <a:endParaRPr lang="en-US" dirty="0"/>
          </a:p>
        </p:txBody>
      </p:sp>
      <p:sp>
        <p:nvSpPr>
          <p:cNvPr id="4" name="Text Placeholder 3">
            <a:extLst>
              <a:ext uri="{FF2B5EF4-FFF2-40B4-BE49-F238E27FC236}">
                <a16:creationId xmlns:a16="http://schemas.microsoft.com/office/drawing/2014/main" id="{74FE2984-BC8D-E715-0C34-1AB4E861CB2F}"/>
              </a:ext>
            </a:extLst>
          </p:cNvPr>
          <p:cNvSpPr>
            <a:spLocks noGrp="1"/>
          </p:cNvSpPr>
          <p:nvPr>
            <p:ph type="body" sz="quarter" idx="10"/>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a:t>
            </a:r>
          </a:p>
        </p:txBody>
      </p:sp>
    </p:spTree>
    <p:extLst>
      <p:ext uri="{BB962C8B-B14F-4D97-AF65-F5344CB8AC3E}">
        <p14:creationId xmlns:p14="http://schemas.microsoft.com/office/powerpoint/2010/main" val="2660740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2B219-A2A4-0999-E761-D069B8EC98A2}"/>
              </a:ext>
            </a:extLst>
          </p:cNvPr>
          <p:cNvSpPr>
            <a:spLocks noGrp="1"/>
          </p:cNvSpPr>
          <p:nvPr>
            <p:ph type="title"/>
          </p:nvPr>
        </p:nvSpPr>
        <p:spPr/>
        <p:txBody>
          <a:bodyPr/>
          <a:lstStyle/>
          <a:p>
            <a:r>
              <a:rPr lang="en-US"/>
              <a:t>Sample Headline</a:t>
            </a:r>
          </a:p>
        </p:txBody>
      </p:sp>
      <p:sp>
        <p:nvSpPr>
          <p:cNvPr id="3" name="Text Placeholder 2">
            <a:extLst>
              <a:ext uri="{FF2B5EF4-FFF2-40B4-BE49-F238E27FC236}">
                <a16:creationId xmlns:a16="http://schemas.microsoft.com/office/drawing/2014/main" id="{532F7FA9-52EA-C2DD-C8CC-D2FB0D21E1F6}"/>
              </a:ext>
            </a:extLst>
          </p:cNvPr>
          <p:cNvSpPr>
            <a:spLocks noGrp="1"/>
          </p:cNvSpPr>
          <p:nvPr>
            <p:ph type="body" sz="quarter" idx="10"/>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a:t>
            </a:r>
          </a:p>
        </p:txBody>
      </p:sp>
      <p:sp>
        <p:nvSpPr>
          <p:cNvPr id="4" name="Text Placeholder 3">
            <a:extLst>
              <a:ext uri="{FF2B5EF4-FFF2-40B4-BE49-F238E27FC236}">
                <a16:creationId xmlns:a16="http://schemas.microsoft.com/office/drawing/2014/main" id="{9CC8232D-8F91-C500-433C-3CEEC774567A}"/>
              </a:ext>
            </a:extLst>
          </p:cNvPr>
          <p:cNvSpPr>
            <a:spLocks noGrp="1"/>
          </p:cNvSpPr>
          <p:nvPr>
            <p:ph type="body" sz="quarter" idx="11"/>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a:t>
            </a:r>
          </a:p>
        </p:txBody>
      </p:sp>
      <p:sp>
        <p:nvSpPr>
          <p:cNvPr id="5" name="Text Placeholder 4">
            <a:extLst>
              <a:ext uri="{FF2B5EF4-FFF2-40B4-BE49-F238E27FC236}">
                <a16:creationId xmlns:a16="http://schemas.microsoft.com/office/drawing/2014/main" id="{FD3F695E-A79E-49F7-5B8B-6CF7ED9550BE}"/>
              </a:ext>
            </a:extLst>
          </p:cNvPr>
          <p:cNvSpPr>
            <a:spLocks noGrp="1"/>
          </p:cNvSpPr>
          <p:nvPr>
            <p:ph type="body" sz="quarter" idx="12"/>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a:t>
            </a:r>
          </a:p>
        </p:txBody>
      </p:sp>
      <p:sp>
        <p:nvSpPr>
          <p:cNvPr id="6" name="Text Placeholder 5">
            <a:extLst>
              <a:ext uri="{FF2B5EF4-FFF2-40B4-BE49-F238E27FC236}">
                <a16:creationId xmlns:a16="http://schemas.microsoft.com/office/drawing/2014/main" id="{073FB770-20BA-EA8E-CC58-80A1B58967BF}"/>
              </a:ext>
            </a:extLst>
          </p:cNvPr>
          <p:cNvSpPr>
            <a:spLocks noGrp="1"/>
          </p:cNvSpPr>
          <p:nvPr>
            <p:ph type="body" sz="quarter" idx="13"/>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a:t>
            </a:r>
          </a:p>
        </p:txBody>
      </p:sp>
      <p:sp>
        <p:nvSpPr>
          <p:cNvPr id="7" name="Text Placeholder 6">
            <a:extLst>
              <a:ext uri="{FF2B5EF4-FFF2-40B4-BE49-F238E27FC236}">
                <a16:creationId xmlns:a16="http://schemas.microsoft.com/office/drawing/2014/main" id="{4E2B0E53-1E6E-7648-D3A7-63FD81A3B1A5}"/>
              </a:ext>
            </a:extLst>
          </p:cNvPr>
          <p:cNvSpPr>
            <a:spLocks noGrp="1"/>
          </p:cNvSpPr>
          <p:nvPr>
            <p:ph type="body" sz="quarter" idx="14"/>
          </p:nvPr>
        </p:nvSpPr>
        <p:spPr/>
        <p:txBody>
          <a:bodyPr/>
          <a:lstStyle/>
          <a:p>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a:t>
            </a:r>
          </a:p>
        </p:txBody>
      </p:sp>
      <p:sp>
        <p:nvSpPr>
          <p:cNvPr id="8" name="Text Placeholder 7">
            <a:extLst>
              <a:ext uri="{FF2B5EF4-FFF2-40B4-BE49-F238E27FC236}">
                <a16:creationId xmlns:a16="http://schemas.microsoft.com/office/drawing/2014/main" id="{8541D6FD-B4F6-EF60-9790-A681132ACE19}"/>
              </a:ext>
            </a:extLst>
          </p:cNvPr>
          <p:cNvSpPr>
            <a:spLocks noGrp="1"/>
          </p:cNvSpPr>
          <p:nvPr>
            <p:ph type="body" sz="quarter" idx="15"/>
          </p:nvPr>
        </p:nvSpPr>
        <p:spPr/>
        <p:txBody>
          <a:bodyPr/>
          <a:lstStyle/>
          <a:p>
            <a:r>
              <a:rPr lang="en-US"/>
              <a:t>INFORMATON 1</a:t>
            </a:r>
          </a:p>
        </p:txBody>
      </p:sp>
      <p:sp>
        <p:nvSpPr>
          <p:cNvPr id="9" name="Text Placeholder 8">
            <a:extLst>
              <a:ext uri="{FF2B5EF4-FFF2-40B4-BE49-F238E27FC236}">
                <a16:creationId xmlns:a16="http://schemas.microsoft.com/office/drawing/2014/main" id="{45064A46-4D42-FE03-DAD9-E1BEAF2955F4}"/>
              </a:ext>
            </a:extLst>
          </p:cNvPr>
          <p:cNvSpPr>
            <a:spLocks noGrp="1"/>
          </p:cNvSpPr>
          <p:nvPr>
            <p:ph type="body" sz="quarter" idx="16"/>
          </p:nvPr>
        </p:nvSpPr>
        <p:spPr/>
        <p:txBody>
          <a:bodyPr/>
          <a:lstStyle/>
          <a:p>
            <a:r>
              <a:rPr lang="en-US"/>
              <a:t>INFORMATION 2</a:t>
            </a:r>
          </a:p>
        </p:txBody>
      </p:sp>
      <p:sp>
        <p:nvSpPr>
          <p:cNvPr id="10" name="Text Placeholder 9">
            <a:extLst>
              <a:ext uri="{FF2B5EF4-FFF2-40B4-BE49-F238E27FC236}">
                <a16:creationId xmlns:a16="http://schemas.microsoft.com/office/drawing/2014/main" id="{CB06EA28-1DA9-D437-0C45-FA25131B695A}"/>
              </a:ext>
            </a:extLst>
          </p:cNvPr>
          <p:cNvSpPr>
            <a:spLocks noGrp="1"/>
          </p:cNvSpPr>
          <p:nvPr>
            <p:ph type="body" sz="quarter" idx="17"/>
          </p:nvPr>
        </p:nvSpPr>
        <p:spPr/>
        <p:txBody>
          <a:bodyPr/>
          <a:lstStyle/>
          <a:p>
            <a:r>
              <a:rPr lang="en-US"/>
              <a:t>INFORMATION 3</a:t>
            </a:r>
          </a:p>
        </p:txBody>
      </p:sp>
      <p:sp>
        <p:nvSpPr>
          <p:cNvPr id="11" name="Text Placeholder 10">
            <a:extLst>
              <a:ext uri="{FF2B5EF4-FFF2-40B4-BE49-F238E27FC236}">
                <a16:creationId xmlns:a16="http://schemas.microsoft.com/office/drawing/2014/main" id="{9E3CE3C6-73AB-B29D-3E79-7718CB4B9B4E}"/>
              </a:ext>
            </a:extLst>
          </p:cNvPr>
          <p:cNvSpPr>
            <a:spLocks noGrp="1"/>
          </p:cNvSpPr>
          <p:nvPr>
            <p:ph type="body" sz="quarter" idx="18"/>
          </p:nvPr>
        </p:nvSpPr>
        <p:spPr/>
        <p:txBody>
          <a:bodyPr/>
          <a:lstStyle/>
          <a:p>
            <a:r>
              <a:rPr lang="en-US"/>
              <a:t>INFORMATION4</a:t>
            </a:r>
          </a:p>
        </p:txBody>
      </p:sp>
      <p:sp>
        <p:nvSpPr>
          <p:cNvPr id="12" name="Text Placeholder 11">
            <a:extLst>
              <a:ext uri="{FF2B5EF4-FFF2-40B4-BE49-F238E27FC236}">
                <a16:creationId xmlns:a16="http://schemas.microsoft.com/office/drawing/2014/main" id="{88892599-A220-F2E3-CAAC-BA8C400B2F66}"/>
              </a:ext>
            </a:extLst>
          </p:cNvPr>
          <p:cNvSpPr>
            <a:spLocks noGrp="1"/>
          </p:cNvSpPr>
          <p:nvPr>
            <p:ph type="body" sz="quarter" idx="19"/>
          </p:nvPr>
        </p:nvSpPr>
        <p:spPr/>
        <p:txBody>
          <a:bodyPr/>
          <a:lstStyle/>
          <a:p>
            <a:r>
              <a:rPr lang="en-US"/>
              <a:t>INFORMATION 5</a:t>
            </a:r>
          </a:p>
        </p:txBody>
      </p:sp>
      <p:sp>
        <p:nvSpPr>
          <p:cNvPr id="13" name="Text Placeholder 12">
            <a:extLst>
              <a:ext uri="{FF2B5EF4-FFF2-40B4-BE49-F238E27FC236}">
                <a16:creationId xmlns:a16="http://schemas.microsoft.com/office/drawing/2014/main" id="{33C549C8-87EA-26ED-71F2-5077F3CE767C}"/>
              </a:ext>
            </a:extLst>
          </p:cNvPr>
          <p:cNvSpPr>
            <a:spLocks noGrp="1"/>
          </p:cNvSpPr>
          <p:nvPr>
            <p:ph type="body" sz="quarter" idx="20"/>
          </p:nvPr>
        </p:nvSpPr>
        <p:spPr/>
        <p:txBody>
          <a:bodyPr>
            <a:normAutofit/>
          </a:bodyPr>
          <a:lstStyle/>
          <a:p>
            <a:pPr marL="0" indent="0">
              <a:buNone/>
            </a:pPr>
            <a:r>
              <a:rPr lang="en-US"/>
              <a:t>SAMPLE PRESENTATION TITLE</a:t>
            </a:r>
          </a:p>
        </p:txBody>
      </p:sp>
      <p:sp>
        <p:nvSpPr>
          <p:cNvPr id="14" name="Text Placeholder 13">
            <a:extLst>
              <a:ext uri="{FF2B5EF4-FFF2-40B4-BE49-F238E27FC236}">
                <a16:creationId xmlns:a16="http://schemas.microsoft.com/office/drawing/2014/main" id="{6A656E8C-4A05-4E15-DCAC-5371272DE5C7}"/>
              </a:ext>
            </a:extLst>
          </p:cNvPr>
          <p:cNvSpPr>
            <a:spLocks noGrp="1"/>
          </p:cNvSpPr>
          <p:nvPr>
            <p:ph type="body" sz="quarter" idx="21"/>
          </p:nvPr>
        </p:nvSpPr>
        <p:spPr/>
        <p:txBody>
          <a:bodyPr>
            <a:normAutofit/>
          </a:bodyPr>
          <a:lstStyle/>
          <a:p>
            <a:pPr marL="0" indent="0">
              <a:buNone/>
            </a:pPr>
            <a:fld id="{EF7E01F5-EE3D-BC4B-BC10-84431BE626E7}" type="slidenum">
              <a:rPr lang="en-US" smtClean="0"/>
              <a:pPr marL="0" indent="0">
                <a:buNone/>
              </a:pPr>
              <a:t>20</a:t>
            </a:fld>
            <a:endParaRPr lang="en-US"/>
          </a:p>
        </p:txBody>
      </p:sp>
    </p:spTree>
    <p:extLst>
      <p:ext uri="{BB962C8B-B14F-4D97-AF65-F5344CB8AC3E}">
        <p14:creationId xmlns:p14="http://schemas.microsoft.com/office/powerpoint/2010/main" val="1582608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2F573B-339B-C76B-3AD8-6640E31AC83E}"/>
              </a:ext>
            </a:extLst>
          </p:cNvPr>
          <p:cNvSpPr>
            <a:spLocks noGrp="1"/>
          </p:cNvSpPr>
          <p:nvPr>
            <p:ph type="body" sz="quarter" idx="17"/>
          </p:nvPr>
        </p:nvSpPr>
        <p:spPr/>
        <p:txBody>
          <a:bodyPr>
            <a:normAutofit lnSpcReduction="10000"/>
          </a:bodyPr>
          <a:lstStyle/>
          <a:p>
            <a:pPr marL="0" indent="0">
              <a:buNone/>
            </a:pPr>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a:p>
            <a:pPr marL="0" indent="0">
              <a:buNone/>
            </a:pPr>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pPr marL="0" inden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nonummy </a:t>
            </a:r>
            <a:r>
              <a:rPr lang="en-US" dirty="0" err="1"/>
              <a:t>pede</a:t>
            </a:r>
            <a:r>
              <a:rPr lang="en-US" dirty="0"/>
              <a:t>. Mauris et </a:t>
            </a:r>
            <a:r>
              <a:rPr lang="en-US" dirty="0" err="1"/>
              <a:t>orci</a:t>
            </a:r>
            <a:r>
              <a:rPr lang="en-US" dirty="0"/>
              <a:t>.</a:t>
            </a:r>
          </a:p>
          <a:p>
            <a:pPr marL="0" indent="0">
              <a:buNone/>
            </a:pPr>
            <a:endParaRPr lang="en-US" dirty="0"/>
          </a:p>
        </p:txBody>
      </p:sp>
      <p:sp>
        <p:nvSpPr>
          <p:cNvPr id="4" name="Title 3">
            <a:extLst>
              <a:ext uri="{FF2B5EF4-FFF2-40B4-BE49-F238E27FC236}">
                <a16:creationId xmlns:a16="http://schemas.microsoft.com/office/drawing/2014/main" id="{041A4C82-96ED-A8EA-9B4D-FF636048ABB6}"/>
              </a:ext>
            </a:extLst>
          </p:cNvPr>
          <p:cNvSpPr>
            <a:spLocks noGrp="1"/>
          </p:cNvSpPr>
          <p:nvPr>
            <p:ph type="title"/>
          </p:nvPr>
        </p:nvSpPr>
        <p:spPr/>
        <p:txBody>
          <a:bodyPr/>
          <a:lstStyle/>
          <a:p>
            <a:r>
              <a:rPr lang="en-US" dirty="0"/>
              <a:t>Sample Headline</a:t>
            </a:r>
          </a:p>
        </p:txBody>
      </p:sp>
      <p:sp>
        <p:nvSpPr>
          <p:cNvPr id="5" name="Text Placeholder 4">
            <a:extLst>
              <a:ext uri="{FF2B5EF4-FFF2-40B4-BE49-F238E27FC236}">
                <a16:creationId xmlns:a16="http://schemas.microsoft.com/office/drawing/2014/main" id="{7194D29F-EDF3-FC72-3F79-D3E0627890B0}"/>
              </a:ext>
            </a:extLst>
          </p:cNvPr>
          <p:cNvSpPr>
            <a:spLocks noGrp="1"/>
          </p:cNvSpPr>
          <p:nvPr>
            <p:ph type="body" sz="quarter" idx="18"/>
          </p:nvPr>
        </p:nvSpPr>
        <p:spPr/>
        <p:txBody>
          <a:bodyPr>
            <a:normAutofit fontScale="92500" lnSpcReduction="10000"/>
          </a:bodyPr>
          <a:lstStyle/>
          <a:p>
            <a:r>
              <a:rPr lang="en-US"/>
              <a:t>12%</a:t>
            </a:r>
          </a:p>
        </p:txBody>
      </p:sp>
      <p:sp>
        <p:nvSpPr>
          <p:cNvPr id="6" name="Text Placeholder 5">
            <a:extLst>
              <a:ext uri="{FF2B5EF4-FFF2-40B4-BE49-F238E27FC236}">
                <a16:creationId xmlns:a16="http://schemas.microsoft.com/office/drawing/2014/main" id="{7C9B4044-13CA-597D-FC8F-87458F9CCE74}"/>
              </a:ext>
            </a:extLst>
          </p:cNvPr>
          <p:cNvSpPr>
            <a:spLocks noGrp="1"/>
          </p:cNvSpPr>
          <p:nvPr>
            <p:ph type="body" sz="quarter" idx="19"/>
          </p:nvPr>
        </p:nvSpPr>
        <p:spPr/>
        <p:txBody>
          <a:bodyPr/>
          <a:lstStyle/>
          <a:p>
            <a:r>
              <a:rPr lang="en-US"/>
              <a:t>Statistic Detail</a:t>
            </a:r>
          </a:p>
        </p:txBody>
      </p:sp>
      <p:sp>
        <p:nvSpPr>
          <p:cNvPr id="7" name="Text Placeholder 6">
            <a:extLst>
              <a:ext uri="{FF2B5EF4-FFF2-40B4-BE49-F238E27FC236}">
                <a16:creationId xmlns:a16="http://schemas.microsoft.com/office/drawing/2014/main" id="{76E707BF-218A-E534-4781-9ED01972D1B9}"/>
              </a:ext>
            </a:extLst>
          </p:cNvPr>
          <p:cNvSpPr>
            <a:spLocks noGrp="1"/>
          </p:cNvSpPr>
          <p:nvPr>
            <p:ph type="body" sz="quarter" idx="20"/>
          </p:nvPr>
        </p:nvSpPr>
        <p:spPr/>
        <p:txBody>
          <a:bodyPr/>
          <a:lstStyle/>
          <a:p>
            <a:r>
              <a:rPr lang="en-US"/>
              <a:t>Statistic Detail</a:t>
            </a:r>
          </a:p>
        </p:txBody>
      </p:sp>
      <p:sp>
        <p:nvSpPr>
          <p:cNvPr id="8" name="Text Placeholder 7">
            <a:extLst>
              <a:ext uri="{FF2B5EF4-FFF2-40B4-BE49-F238E27FC236}">
                <a16:creationId xmlns:a16="http://schemas.microsoft.com/office/drawing/2014/main" id="{FA7F6452-FDA3-93E7-2740-1B6396D5FA56}"/>
              </a:ext>
            </a:extLst>
          </p:cNvPr>
          <p:cNvSpPr>
            <a:spLocks noGrp="1"/>
          </p:cNvSpPr>
          <p:nvPr>
            <p:ph type="body" sz="quarter" idx="21"/>
          </p:nvPr>
        </p:nvSpPr>
        <p:spPr/>
        <p:txBody>
          <a:bodyPr>
            <a:normAutofit fontScale="92500" lnSpcReduction="10000"/>
          </a:bodyPr>
          <a:lstStyle/>
          <a:p>
            <a:r>
              <a:rPr lang="en-US"/>
              <a:t>34%</a:t>
            </a:r>
          </a:p>
        </p:txBody>
      </p:sp>
      <p:sp>
        <p:nvSpPr>
          <p:cNvPr id="9" name="Text Placeholder 8">
            <a:extLst>
              <a:ext uri="{FF2B5EF4-FFF2-40B4-BE49-F238E27FC236}">
                <a16:creationId xmlns:a16="http://schemas.microsoft.com/office/drawing/2014/main" id="{ABB5DE5E-3C4B-92DA-042A-537904724EC8}"/>
              </a:ext>
            </a:extLst>
          </p:cNvPr>
          <p:cNvSpPr>
            <a:spLocks noGrp="1"/>
          </p:cNvSpPr>
          <p:nvPr>
            <p:ph type="body" sz="quarter" idx="22"/>
          </p:nvPr>
        </p:nvSpPr>
        <p:spPr/>
        <p:txBody>
          <a:bodyPr/>
          <a:lstStyle/>
          <a:p>
            <a:r>
              <a:rPr lang="en-US"/>
              <a:t>Statistic Detail</a:t>
            </a:r>
          </a:p>
        </p:txBody>
      </p:sp>
      <p:sp>
        <p:nvSpPr>
          <p:cNvPr id="10" name="Text Placeholder 9">
            <a:extLst>
              <a:ext uri="{FF2B5EF4-FFF2-40B4-BE49-F238E27FC236}">
                <a16:creationId xmlns:a16="http://schemas.microsoft.com/office/drawing/2014/main" id="{59F6EF82-0ECA-9498-4364-5E069FA7D847}"/>
              </a:ext>
            </a:extLst>
          </p:cNvPr>
          <p:cNvSpPr>
            <a:spLocks noGrp="1"/>
          </p:cNvSpPr>
          <p:nvPr>
            <p:ph type="body" sz="quarter" idx="23"/>
          </p:nvPr>
        </p:nvSpPr>
        <p:spPr/>
        <p:txBody>
          <a:bodyPr/>
          <a:lstStyle/>
          <a:p>
            <a:r>
              <a:rPr lang="en-US"/>
              <a:t>Statistic Detail</a:t>
            </a:r>
          </a:p>
        </p:txBody>
      </p:sp>
      <p:sp>
        <p:nvSpPr>
          <p:cNvPr id="3" name="Text Placeholder 2">
            <a:extLst>
              <a:ext uri="{FF2B5EF4-FFF2-40B4-BE49-F238E27FC236}">
                <a16:creationId xmlns:a16="http://schemas.microsoft.com/office/drawing/2014/main" id="{1E065B09-BD73-77D2-9CE5-04930E67E603}"/>
              </a:ext>
            </a:extLst>
          </p:cNvPr>
          <p:cNvSpPr>
            <a:spLocks noGrp="1"/>
          </p:cNvSpPr>
          <p:nvPr>
            <p:ph type="body" sz="quarter" idx="10"/>
          </p:nvPr>
        </p:nvSpPr>
        <p:spPr/>
        <p:txBody>
          <a:bodyPr>
            <a:normAutofit/>
          </a:bodyPr>
          <a:lstStyle/>
          <a:p>
            <a:pPr marL="0" indent="0">
              <a:buNone/>
            </a:pPr>
            <a:r>
              <a:rPr lang="en-US"/>
              <a:t>SAMPLE PRESENTATION TITLE</a:t>
            </a:r>
          </a:p>
        </p:txBody>
      </p:sp>
      <p:sp>
        <p:nvSpPr>
          <p:cNvPr id="11" name="Text Placeholder 10">
            <a:extLst>
              <a:ext uri="{FF2B5EF4-FFF2-40B4-BE49-F238E27FC236}">
                <a16:creationId xmlns:a16="http://schemas.microsoft.com/office/drawing/2014/main" id="{4A29D296-B37E-901C-5996-34D95F0C4B02}"/>
              </a:ext>
            </a:extLst>
          </p:cNvPr>
          <p:cNvSpPr>
            <a:spLocks noGrp="1"/>
          </p:cNvSpPr>
          <p:nvPr>
            <p:ph type="body" sz="quarter" idx="11"/>
          </p:nvPr>
        </p:nvSpPr>
        <p:spPr/>
        <p:txBody>
          <a:bodyPr>
            <a:normAutofit/>
          </a:bodyPr>
          <a:lstStyle/>
          <a:p>
            <a:pPr marL="0" indent="0">
              <a:buNone/>
            </a:pPr>
            <a:fld id="{6BE976BC-7F77-B94F-94AF-6D9F0651D18B}" type="slidenum">
              <a:rPr lang="en-US" smtClean="0"/>
              <a:pPr marL="0" indent="0">
                <a:buNone/>
              </a:pPr>
              <a:t>21</a:t>
            </a:fld>
            <a:endParaRPr lang="en-US"/>
          </a:p>
        </p:txBody>
      </p:sp>
    </p:spTree>
    <p:extLst>
      <p:ext uri="{BB962C8B-B14F-4D97-AF65-F5344CB8AC3E}">
        <p14:creationId xmlns:p14="http://schemas.microsoft.com/office/powerpoint/2010/main" val="2432546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EAA1F1-4041-D85A-BDFB-04B2D34904A0}"/>
              </a:ext>
            </a:extLst>
          </p:cNvPr>
          <p:cNvSpPr/>
          <p:nvPr/>
        </p:nvSpPr>
        <p:spPr>
          <a:xfrm>
            <a:off x="0" y="-1"/>
            <a:ext cx="12191995" cy="6858001"/>
          </a:xfrm>
          <a:prstGeom prst="rect">
            <a:avLst/>
          </a:prstGeom>
          <a:solidFill>
            <a:srgbClr val="E6E2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blue screen with black background&#10;&#10;AI-generated content may be incorrect.">
            <a:extLst>
              <a:ext uri="{FF2B5EF4-FFF2-40B4-BE49-F238E27FC236}">
                <a16:creationId xmlns:a16="http://schemas.microsoft.com/office/drawing/2014/main" id="{66FCE537-7BE1-6D30-6333-FBDA74480BB5}"/>
              </a:ext>
            </a:extLst>
          </p:cNvPr>
          <p:cNvPicPr>
            <a:picLocks noChangeAspect="1"/>
          </p:cNvPicPr>
          <p:nvPr/>
        </p:nvPicPr>
        <p:blipFill>
          <a:blip r:embed="rId2"/>
          <a:srcRect l="710" t="-1" r="710" b="25264"/>
          <a:stretch>
            <a:fillRect/>
          </a:stretch>
        </p:blipFill>
        <p:spPr>
          <a:xfrm rot="10800000">
            <a:off x="-2" y="0"/>
            <a:ext cx="12191997" cy="2872477"/>
          </a:xfrm>
          <a:prstGeom prst="rect">
            <a:avLst/>
          </a:prstGeom>
        </p:spPr>
      </p:pic>
      <p:sp>
        <p:nvSpPr>
          <p:cNvPr id="23" name="TextBox 22">
            <a:extLst>
              <a:ext uri="{FF2B5EF4-FFF2-40B4-BE49-F238E27FC236}">
                <a16:creationId xmlns:a16="http://schemas.microsoft.com/office/drawing/2014/main" id="{84796AAC-9D79-EECF-80E7-9F2E0AC5EDF2}"/>
              </a:ext>
            </a:extLst>
          </p:cNvPr>
          <p:cNvSpPr txBox="1"/>
          <p:nvPr/>
        </p:nvSpPr>
        <p:spPr>
          <a:xfrm>
            <a:off x="7260164" y="515357"/>
            <a:ext cx="1487614" cy="461665"/>
          </a:xfrm>
          <a:prstGeom prst="rect">
            <a:avLst/>
          </a:prstGeom>
          <a:noFill/>
        </p:spPr>
        <p:txBody>
          <a:bodyPr wrap="square" rtlCol="0">
            <a:spAutoFit/>
          </a:bodyPr>
          <a:lstStyle/>
          <a:p>
            <a:pPr algn="ctr"/>
            <a:r>
              <a:rPr lang="en-US" sz="2400" dirty="0">
                <a:solidFill>
                  <a:srgbClr val="E6E2D5"/>
                </a:solidFill>
                <a:latin typeface="Georgia" panose="02040502050405020303" pitchFamily="18" charset="0"/>
              </a:rPr>
              <a:t>Mission</a:t>
            </a:r>
          </a:p>
        </p:txBody>
      </p:sp>
      <p:pic>
        <p:nvPicPr>
          <p:cNvPr id="3" name="Picture 2" descr="A logo with blue and red letters&#10;&#10;AI-generated content may be incorrect.">
            <a:extLst>
              <a:ext uri="{FF2B5EF4-FFF2-40B4-BE49-F238E27FC236}">
                <a16:creationId xmlns:a16="http://schemas.microsoft.com/office/drawing/2014/main" id="{A0A6E671-C23E-966F-7CF3-3CCB6F65950B}"/>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9137644" y="3482371"/>
            <a:ext cx="1897268" cy="730722"/>
          </a:xfrm>
          <a:prstGeom prst="rect">
            <a:avLst/>
          </a:prstGeom>
        </p:spPr>
      </p:pic>
      <p:pic>
        <p:nvPicPr>
          <p:cNvPr id="5" name="Picture 4" descr="A blue circle with a hand holding a heart&#10;&#10;AI-generated content may be incorrect.">
            <a:extLst>
              <a:ext uri="{FF2B5EF4-FFF2-40B4-BE49-F238E27FC236}">
                <a16:creationId xmlns:a16="http://schemas.microsoft.com/office/drawing/2014/main" id="{53F79A11-86BA-7E8C-8B02-96B4BFCCBE07}"/>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30773" y="5608710"/>
            <a:ext cx="766127" cy="820706"/>
          </a:xfrm>
          <a:prstGeom prst="rect">
            <a:avLst/>
          </a:prstGeom>
        </p:spPr>
      </p:pic>
      <p:pic>
        <p:nvPicPr>
          <p:cNvPr id="7" name="Picture 6" descr="A round red button with a flag on it&#10;&#10;AI-generated content may be incorrect.">
            <a:extLst>
              <a:ext uri="{FF2B5EF4-FFF2-40B4-BE49-F238E27FC236}">
                <a16:creationId xmlns:a16="http://schemas.microsoft.com/office/drawing/2014/main" id="{E053444C-1648-25C0-F474-D541FEA4D1B0}"/>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860681" y="3457516"/>
            <a:ext cx="736219" cy="788667"/>
          </a:xfrm>
          <a:prstGeom prst="rect">
            <a:avLst/>
          </a:prstGeom>
        </p:spPr>
      </p:pic>
      <p:pic>
        <p:nvPicPr>
          <p:cNvPr id="9" name="Picture 8" descr="A circular object with a telescope on it&#10;&#10;AI-generated content may be incorrect.">
            <a:extLst>
              <a:ext uri="{FF2B5EF4-FFF2-40B4-BE49-F238E27FC236}">
                <a16:creationId xmlns:a16="http://schemas.microsoft.com/office/drawing/2014/main" id="{00FA3011-B640-DA96-2ACD-7CEE15B7B94A}"/>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843534" y="4533350"/>
            <a:ext cx="766126" cy="820705"/>
          </a:xfrm>
          <a:prstGeom prst="rect">
            <a:avLst/>
          </a:prstGeom>
        </p:spPr>
      </p:pic>
      <p:pic>
        <p:nvPicPr>
          <p:cNvPr id="17" name="Picture 16" descr="A logo of a chair&#10;&#10;AI-generated content may be incorrect.">
            <a:extLst>
              <a:ext uri="{FF2B5EF4-FFF2-40B4-BE49-F238E27FC236}">
                <a16:creationId xmlns:a16="http://schemas.microsoft.com/office/drawing/2014/main" id="{0CEB4A09-B0C2-68AF-B41E-21A5BD2C77F4}"/>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4808984" y="3509687"/>
            <a:ext cx="2670285" cy="1575725"/>
          </a:xfrm>
          <a:prstGeom prst="rect">
            <a:avLst/>
          </a:prstGeom>
        </p:spPr>
      </p:pic>
      <p:pic>
        <p:nvPicPr>
          <p:cNvPr id="19" name="Picture 18" descr="A black and white logo&#10;&#10;AI-generated content may be incorrect.">
            <a:extLst>
              <a:ext uri="{FF2B5EF4-FFF2-40B4-BE49-F238E27FC236}">
                <a16:creationId xmlns:a16="http://schemas.microsoft.com/office/drawing/2014/main" id="{2FF66843-D252-00A2-6CAA-21BE49264392}"/>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1562861" y="696066"/>
            <a:ext cx="1873401" cy="875076"/>
          </a:xfrm>
          <a:prstGeom prst="rect">
            <a:avLst/>
          </a:prstGeom>
        </p:spPr>
      </p:pic>
      <p:sp>
        <p:nvSpPr>
          <p:cNvPr id="21" name="TextBox 20">
            <a:extLst>
              <a:ext uri="{FF2B5EF4-FFF2-40B4-BE49-F238E27FC236}">
                <a16:creationId xmlns:a16="http://schemas.microsoft.com/office/drawing/2014/main" id="{04051171-7BBF-5125-522B-63214AF4F1D8}"/>
              </a:ext>
            </a:extLst>
          </p:cNvPr>
          <p:cNvSpPr txBox="1"/>
          <p:nvPr/>
        </p:nvSpPr>
        <p:spPr>
          <a:xfrm>
            <a:off x="4909054" y="1069705"/>
            <a:ext cx="6189834" cy="646331"/>
          </a:xfrm>
          <a:prstGeom prst="rect">
            <a:avLst/>
          </a:prstGeom>
          <a:noFill/>
        </p:spPr>
        <p:txBody>
          <a:bodyPr wrap="square">
            <a:spAutoFit/>
          </a:bodyPr>
          <a:lstStyle/>
          <a:p>
            <a:pPr algn="ctr">
              <a:buNone/>
            </a:pPr>
            <a:r>
              <a:rPr lang="en-US" sz="1200" dirty="0">
                <a:solidFill>
                  <a:srgbClr val="E6E2D5"/>
                </a:solidFill>
                <a:effectLst/>
                <a:latin typeface="Arial" panose="020B0604020202020204" pitchFamily="34" charset="0"/>
                <a:cs typeface="Arial" panose="020B0604020202020204" pitchFamily="34" charset="0"/>
              </a:rPr>
              <a:t>Lead the global furnishings industry by leveraging our expertise in comfort,</a:t>
            </a:r>
            <a:br>
              <a:rPr lang="en-US" sz="1200" dirty="0">
                <a:solidFill>
                  <a:srgbClr val="E6E2D5"/>
                </a:solidFill>
                <a:effectLst/>
                <a:latin typeface="Arial" panose="020B0604020202020204" pitchFamily="34" charset="0"/>
                <a:cs typeface="Arial" panose="020B0604020202020204" pitchFamily="34" charset="0"/>
              </a:rPr>
            </a:br>
            <a:r>
              <a:rPr lang="en-US" sz="1200" dirty="0">
                <a:solidFill>
                  <a:srgbClr val="E6E2D5"/>
                </a:solidFill>
                <a:effectLst/>
                <a:latin typeface="Arial" panose="020B0604020202020204" pitchFamily="34" charset="0"/>
                <a:cs typeface="Arial" panose="020B0604020202020204" pitchFamily="34" charset="0"/>
              </a:rPr>
              <a:t>providing the best consumer experience, creating the highest quality products,</a:t>
            </a:r>
            <a:br>
              <a:rPr lang="en-US" sz="1200" dirty="0">
                <a:solidFill>
                  <a:srgbClr val="E6E2D5"/>
                </a:solidFill>
                <a:effectLst/>
                <a:latin typeface="Arial" panose="020B0604020202020204" pitchFamily="34" charset="0"/>
                <a:cs typeface="Arial" panose="020B0604020202020204" pitchFamily="34" charset="0"/>
              </a:rPr>
            </a:br>
            <a:r>
              <a:rPr lang="en-US" sz="1200" dirty="0">
                <a:solidFill>
                  <a:srgbClr val="E6E2D5"/>
                </a:solidFill>
                <a:effectLst/>
                <a:latin typeface="Arial" panose="020B0604020202020204" pitchFamily="34" charset="0"/>
                <a:cs typeface="Arial" panose="020B0604020202020204" pitchFamily="34" charset="0"/>
              </a:rPr>
              <a:t>and empowering our people to transform rooms, homes, and communities.</a:t>
            </a:r>
          </a:p>
        </p:txBody>
      </p:sp>
      <p:cxnSp>
        <p:nvCxnSpPr>
          <p:cNvPr id="22" name="Straight Connector 21">
            <a:extLst>
              <a:ext uri="{FF2B5EF4-FFF2-40B4-BE49-F238E27FC236}">
                <a16:creationId xmlns:a16="http://schemas.microsoft.com/office/drawing/2014/main" id="{FE8EAA78-E352-024B-F79C-F1251EC0D804}"/>
              </a:ext>
            </a:extLst>
          </p:cNvPr>
          <p:cNvCxnSpPr>
            <a:cxnSpLocks/>
          </p:cNvCxnSpPr>
          <p:nvPr/>
        </p:nvCxnSpPr>
        <p:spPr>
          <a:xfrm>
            <a:off x="4350239" y="630684"/>
            <a:ext cx="0" cy="1005840"/>
          </a:xfrm>
          <a:prstGeom prst="line">
            <a:avLst/>
          </a:prstGeom>
          <a:ln w="12700">
            <a:solidFill>
              <a:srgbClr val="E6E2D5"/>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BBD23DA-1715-90F8-58D9-E0DDBB8BA826}"/>
              </a:ext>
            </a:extLst>
          </p:cNvPr>
          <p:cNvSpPr txBox="1"/>
          <p:nvPr/>
        </p:nvSpPr>
        <p:spPr>
          <a:xfrm>
            <a:off x="1585909" y="2789245"/>
            <a:ext cx="1143662" cy="461665"/>
          </a:xfrm>
          <a:prstGeom prst="rect">
            <a:avLst/>
          </a:prstGeom>
          <a:noFill/>
        </p:spPr>
        <p:txBody>
          <a:bodyPr wrap="square" rtlCol="0">
            <a:spAutoFit/>
          </a:bodyPr>
          <a:lstStyle/>
          <a:p>
            <a:r>
              <a:rPr lang="en-US" sz="2400" dirty="0">
                <a:solidFill>
                  <a:srgbClr val="003349"/>
                </a:solidFill>
                <a:latin typeface="Georgia" panose="02040502050405020303" pitchFamily="18" charset="0"/>
              </a:rPr>
              <a:t>Values</a:t>
            </a:r>
          </a:p>
        </p:txBody>
      </p:sp>
      <p:sp>
        <p:nvSpPr>
          <p:cNvPr id="27" name="TextBox 26">
            <a:extLst>
              <a:ext uri="{FF2B5EF4-FFF2-40B4-BE49-F238E27FC236}">
                <a16:creationId xmlns:a16="http://schemas.microsoft.com/office/drawing/2014/main" id="{0316AA98-F669-DB25-5FA1-44EA2DA68B05}"/>
              </a:ext>
            </a:extLst>
          </p:cNvPr>
          <p:cNvSpPr txBox="1"/>
          <p:nvPr/>
        </p:nvSpPr>
        <p:spPr>
          <a:xfrm>
            <a:off x="5042288" y="2806288"/>
            <a:ext cx="2203676" cy="461665"/>
          </a:xfrm>
          <a:prstGeom prst="rect">
            <a:avLst/>
          </a:prstGeom>
          <a:noFill/>
        </p:spPr>
        <p:txBody>
          <a:bodyPr wrap="square" rtlCol="0">
            <a:spAutoFit/>
          </a:bodyPr>
          <a:lstStyle/>
          <a:p>
            <a:pPr algn="ctr"/>
            <a:r>
              <a:rPr lang="en-US" sz="2400" dirty="0">
                <a:solidFill>
                  <a:srgbClr val="003349"/>
                </a:solidFill>
                <a:latin typeface="Georgia" panose="02040502050405020303" pitchFamily="18" charset="0"/>
              </a:rPr>
              <a:t>Purpose</a:t>
            </a:r>
          </a:p>
        </p:txBody>
      </p:sp>
      <p:sp>
        <p:nvSpPr>
          <p:cNvPr id="28" name="TextBox 27">
            <a:extLst>
              <a:ext uri="{FF2B5EF4-FFF2-40B4-BE49-F238E27FC236}">
                <a16:creationId xmlns:a16="http://schemas.microsoft.com/office/drawing/2014/main" id="{5B98B656-2C68-6CC6-C95B-30A1AFE2ED1E}"/>
              </a:ext>
            </a:extLst>
          </p:cNvPr>
          <p:cNvSpPr txBox="1"/>
          <p:nvPr/>
        </p:nvSpPr>
        <p:spPr>
          <a:xfrm>
            <a:off x="9432853" y="2789245"/>
            <a:ext cx="1280160" cy="461665"/>
          </a:xfrm>
          <a:prstGeom prst="rect">
            <a:avLst/>
          </a:prstGeom>
          <a:noFill/>
        </p:spPr>
        <p:txBody>
          <a:bodyPr wrap="square" rtlCol="0">
            <a:spAutoFit/>
          </a:bodyPr>
          <a:lstStyle/>
          <a:p>
            <a:pPr algn="ctr"/>
            <a:r>
              <a:rPr lang="en-US" sz="2400" dirty="0">
                <a:solidFill>
                  <a:srgbClr val="003349"/>
                </a:solidFill>
                <a:latin typeface="Georgia" panose="02040502050405020303" pitchFamily="18" charset="0"/>
              </a:rPr>
              <a:t>Vision</a:t>
            </a:r>
          </a:p>
        </p:txBody>
      </p:sp>
      <p:sp>
        <p:nvSpPr>
          <p:cNvPr id="30" name="TextBox 29">
            <a:extLst>
              <a:ext uri="{FF2B5EF4-FFF2-40B4-BE49-F238E27FC236}">
                <a16:creationId xmlns:a16="http://schemas.microsoft.com/office/drawing/2014/main" id="{8EBFE9FA-876E-8C6E-5BD2-D9B671DCB36E}"/>
              </a:ext>
            </a:extLst>
          </p:cNvPr>
          <p:cNvSpPr txBox="1"/>
          <p:nvPr/>
        </p:nvSpPr>
        <p:spPr>
          <a:xfrm>
            <a:off x="1751647" y="3543804"/>
            <a:ext cx="1822307" cy="615553"/>
          </a:xfrm>
          <a:prstGeom prst="rect">
            <a:avLst/>
          </a:prstGeom>
          <a:noFill/>
        </p:spPr>
        <p:txBody>
          <a:bodyPr wrap="square" rtlCol="0">
            <a:spAutoFit/>
          </a:bodyPr>
          <a:lstStyle/>
          <a:p>
            <a:r>
              <a:rPr lang="en-US" sz="1200" b="1" spc="200" dirty="0">
                <a:solidFill>
                  <a:srgbClr val="003349"/>
                </a:solidFill>
                <a:latin typeface="Arial" panose="020B0604020202020204" pitchFamily="34" charset="0"/>
                <a:cs typeface="Arial" panose="020B0604020202020204" pitchFamily="34" charset="0"/>
              </a:rPr>
              <a:t>COURAGE</a:t>
            </a:r>
          </a:p>
          <a:p>
            <a:r>
              <a:rPr lang="en-US" sz="1100" dirty="0">
                <a:solidFill>
                  <a:srgbClr val="003349"/>
                </a:solidFill>
                <a:latin typeface="Arial" panose="020B0604020202020204" pitchFamily="34" charset="0"/>
                <a:cs typeface="Arial" panose="020B0604020202020204" pitchFamily="34" charset="0"/>
              </a:rPr>
              <a:t>We aren’t afraid to try something new</a:t>
            </a:r>
          </a:p>
        </p:txBody>
      </p:sp>
      <p:sp>
        <p:nvSpPr>
          <p:cNvPr id="31" name="TextBox 30">
            <a:extLst>
              <a:ext uri="{FF2B5EF4-FFF2-40B4-BE49-F238E27FC236}">
                <a16:creationId xmlns:a16="http://schemas.microsoft.com/office/drawing/2014/main" id="{4832C331-E594-4D47-D77E-2E57DD652BFE}"/>
              </a:ext>
            </a:extLst>
          </p:cNvPr>
          <p:cNvSpPr txBox="1"/>
          <p:nvPr/>
        </p:nvSpPr>
        <p:spPr>
          <a:xfrm>
            <a:off x="1751647" y="4536751"/>
            <a:ext cx="1822307" cy="784830"/>
          </a:xfrm>
          <a:prstGeom prst="rect">
            <a:avLst/>
          </a:prstGeom>
          <a:noFill/>
        </p:spPr>
        <p:txBody>
          <a:bodyPr wrap="square" rtlCol="0">
            <a:spAutoFit/>
          </a:bodyPr>
          <a:lstStyle/>
          <a:p>
            <a:r>
              <a:rPr lang="en-US" sz="1200" b="1" spc="200" dirty="0">
                <a:solidFill>
                  <a:srgbClr val="003349"/>
                </a:solidFill>
                <a:latin typeface="Arial" panose="020B0604020202020204" pitchFamily="34" charset="0"/>
                <a:cs typeface="Arial" panose="020B0604020202020204" pitchFamily="34" charset="0"/>
              </a:rPr>
              <a:t>CURIOSITY</a:t>
            </a:r>
          </a:p>
          <a:p>
            <a:r>
              <a:rPr lang="en-US" sz="1100" dirty="0">
                <a:solidFill>
                  <a:srgbClr val="003349"/>
                </a:solidFill>
                <a:latin typeface="Arial" panose="020B0604020202020204" pitchFamily="34" charset="0"/>
                <a:cs typeface="Arial" panose="020B0604020202020204" pitchFamily="34" charset="0"/>
              </a:rPr>
              <a:t>We are relentless in our mission to understand our business and consumers</a:t>
            </a:r>
          </a:p>
        </p:txBody>
      </p:sp>
      <p:sp>
        <p:nvSpPr>
          <p:cNvPr id="32" name="TextBox 31">
            <a:extLst>
              <a:ext uri="{FF2B5EF4-FFF2-40B4-BE49-F238E27FC236}">
                <a16:creationId xmlns:a16="http://schemas.microsoft.com/office/drawing/2014/main" id="{DE423C6B-4427-92BA-7743-D75644367601}"/>
              </a:ext>
            </a:extLst>
          </p:cNvPr>
          <p:cNvSpPr txBox="1"/>
          <p:nvPr/>
        </p:nvSpPr>
        <p:spPr>
          <a:xfrm>
            <a:off x="1751647" y="5617577"/>
            <a:ext cx="1686561" cy="784830"/>
          </a:xfrm>
          <a:prstGeom prst="rect">
            <a:avLst/>
          </a:prstGeom>
          <a:noFill/>
        </p:spPr>
        <p:txBody>
          <a:bodyPr wrap="square" rtlCol="0">
            <a:spAutoFit/>
          </a:bodyPr>
          <a:lstStyle/>
          <a:p>
            <a:r>
              <a:rPr lang="en-US" sz="1200" b="1" spc="200">
                <a:solidFill>
                  <a:srgbClr val="003349"/>
                </a:solidFill>
                <a:latin typeface="Arial" panose="020B0604020202020204" pitchFamily="34" charset="0"/>
                <a:cs typeface="Arial" panose="020B0604020202020204" pitchFamily="34" charset="0"/>
              </a:rPr>
              <a:t>COMPASSION</a:t>
            </a:r>
          </a:p>
          <a:p>
            <a:r>
              <a:rPr lang="en-US" sz="1100">
                <a:solidFill>
                  <a:srgbClr val="003349"/>
                </a:solidFill>
                <a:latin typeface="Arial" panose="020B0604020202020204" pitchFamily="34" charset="0"/>
                <a:cs typeface="Arial" panose="020B0604020202020204" pitchFamily="34" charset="0"/>
              </a:rPr>
              <a:t>We honor our almost 100-year legacy that was built on family</a:t>
            </a:r>
          </a:p>
        </p:txBody>
      </p:sp>
      <p:sp>
        <p:nvSpPr>
          <p:cNvPr id="34" name="TextBox 33">
            <a:extLst>
              <a:ext uri="{FF2B5EF4-FFF2-40B4-BE49-F238E27FC236}">
                <a16:creationId xmlns:a16="http://schemas.microsoft.com/office/drawing/2014/main" id="{188AA79D-9121-D3F1-DE91-D54FFFB16498}"/>
              </a:ext>
            </a:extLst>
          </p:cNvPr>
          <p:cNvSpPr txBox="1"/>
          <p:nvPr/>
        </p:nvSpPr>
        <p:spPr>
          <a:xfrm>
            <a:off x="8761859" y="4338435"/>
            <a:ext cx="2689392" cy="2077492"/>
          </a:xfrm>
          <a:prstGeom prst="rect">
            <a:avLst/>
          </a:prstGeom>
          <a:noFill/>
        </p:spPr>
        <p:txBody>
          <a:bodyPr wrap="square" rtlCol="0">
            <a:spAutoFit/>
          </a:bodyPr>
          <a:lstStyle/>
          <a:p>
            <a:pPr>
              <a:spcAft>
                <a:spcPts val="1200"/>
              </a:spcAft>
            </a:pPr>
            <a:r>
              <a:rPr lang="en-US" sz="1100">
                <a:solidFill>
                  <a:srgbClr val="003349"/>
                </a:solidFill>
                <a:latin typeface="Arial" panose="020B0604020202020204" pitchFamily="34" charset="0"/>
                <a:cs typeface="Arial" panose="020B0604020202020204" pitchFamily="34" charset="0"/>
              </a:rPr>
              <a:t>In our hundredth year, we are investing in the future guided by Century Vision as we position the company for growth in a dynamic marketplace through 2027 and beyond.</a:t>
            </a:r>
          </a:p>
          <a:p>
            <a:pPr marL="171450" indent="-171450">
              <a:spcAft>
                <a:spcPts val="1200"/>
              </a:spcAft>
              <a:buFont typeface="Arial" panose="020B0604020202020204" pitchFamily="34" charset="0"/>
              <a:buChar char="•"/>
            </a:pPr>
            <a:r>
              <a:rPr lang="en-US" sz="1100">
                <a:solidFill>
                  <a:srgbClr val="003349"/>
                </a:solidFill>
                <a:latin typeface="Arial" panose="020B0604020202020204" pitchFamily="34" charset="0"/>
                <a:cs typeface="Arial" panose="020B0604020202020204" pitchFamily="34" charset="0"/>
              </a:rPr>
              <a:t>Capitalizing on strength of our brands</a:t>
            </a:r>
          </a:p>
          <a:p>
            <a:pPr marL="171450" indent="-171450">
              <a:spcAft>
                <a:spcPts val="1200"/>
              </a:spcAft>
              <a:buFont typeface="Arial" panose="020B0604020202020204" pitchFamily="34" charset="0"/>
              <a:buChar char="•"/>
            </a:pPr>
            <a:r>
              <a:rPr lang="en-US" sz="1100">
                <a:solidFill>
                  <a:srgbClr val="003349"/>
                </a:solidFill>
                <a:latin typeface="Arial" panose="020B0604020202020204" pitchFamily="34" charset="0"/>
                <a:cs typeface="Arial" panose="020B0604020202020204" pitchFamily="34" charset="0"/>
              </a:rPr>
              <a:t>Focusing on consumer innovation</a:t>
            </a:r>
          </a:p>
          <a:p>
            <a:pPr marL="171450" indent="-171450">
              <a:spcAft>
                <a:spcPts val="1200"/>
              </a:spcAft>
              <a:buFont typeface="Arial" panose="020B0604020202020204" pitchFamily="34" charset="0"/>
              <a:buChar char="•"/>
            </a:pPr>
            <a:r>
              <a:rPr lang="en-US" sz="1100">
                <a:solidFill>
                  <a:srgbClr val="003349"/>
                </a:solidFill>
                <a:latin typeface="Arial" panose="020B0604020202020204" pitchFamily="34" charset="0"/>
                <a:cs typeface="Arial" panose="020B0604020202020204" pitchFamily="34" charset="0"/>
              </a:rPr>
              <a:t>Providing consumers with the best end-to-end experience</a:t>
            </a:r>
          </a:p>
        </p:txBody>
      </p:sp>
      <p:sp>
        <p:nvSpPr>
          <p:cNvPr id="2" name="TextBox 1">
            <a:extLst>
              <a:ext uri="{FF2B5EF4-FFF2-40B4-BE49-F238E27FC236}">
                <a16:creationId xmlns:a16="http://schemas.microsoft.com/office/drawing/2014/main" id="{C61F5029-56F1-D6F8-0C31-2798BE9DBF9D}"/>
              </a:ext>
            </a:extLst>
          </p:cNvPr>
          <p:cNvSpPr txBox="1"/>
          <p:nvPr/>
        </p:nvSpPr>
        <p:spPr>
          <a:xfrm>
            <a:off x="-1" y="6527101"/>
            <a:ext cx="12191999" cy="123111"/>
          </a:xfrm>
          <a:prstGeom prst="rect">
            <a:avLst/>
          </a:prstGeom>
          <a:noFill/>
        </p:spPr>
        <p:txBody>
          <a:bodyPr wrap="square" lIns="0" tIns="0" rIns="0" bIns="0" rtlCol="0">
            <a:spAutoFit/>
          </a:bodyPr>
          <a:lstStyle/>
          <a:p>
            <a:pPr algn="ctr"/>
            <a:r>
              <a:rPr lang="en-US" sz="800">
                <a:solidFill>
                  <a:srgbClr val="003349">
                    <a:alpha val="59690"/>
                  </a:srgbClr>
                </a:solidFill>
              </a:rPr>
              <a:t>Confidential. Internal Use Only.</a:t>
            </a:r>
          </a:p>
        </p:txBody>
      </p:sp>
      <p:cxnSp>
        <p:nvCxnSpPr>
          <p:cNvPr id="13" name="Straight Connector 12">
            <a:extLst>
              <a:ext uri="{FF2B5EF4-FFF2-40B4-BE49-F238E27FC236}">
                <a16:creationId xmlns:a16="http://schemas.microsoft.com/office/drawing/2014/main" id="{68876BA7-A014-A5AE-B426-E00C97D05C30}"/>
              </a:ext>
            </a:extLst>
          </p:cNvPr>
          <p:cNvCxnSpPr>
            <a:cxnSpLocks/>
          </p:cNvCxnSpPr>
          <p:nvPr/>
        </p:nvCxnSpPr>
        <p:spPr>
          <a:xfrm>
            <a:off x="4209647" y="2988632"/>
            <a:ext cx="0" cy="3361523"/>
          </a:xfrm>
          <a:prstGeom prst="line">
            <a:avLst/>
          </a:prstGeom>
          <a:ln w="12700">
            <a:solidFill>
              <a:srgbClr val="003349"/>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A4D08C-52AD-0835-A209-615715983EE3}"/>
              </a:ext>
            </a:extLst>
          </p:cNvPr>
          <p:cNvCxnSpPr>
            <a:cxnSpLocks/>
          </p:cNvCxnSpPr>
          <p:nvPr/>
        </p:nvCxnSpPr>
        <p:spPr>
          <a:xfrm>
            <a:off x="8116625" y="2988632"/>
            <a:ext cx="0" cy="3361523"/>
          </a:xfrm>
          <a:prstGeom prst="line">
            <a:avLst/>
          </a:prstGeom>
          <a:ln w="12700">
            <a:solidFill>
              <a:srgbClr val="0033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8925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6">
            <a:extLst>
              <a:ext uri="{FF2B5EF4-FFF2-40B4-BE49-F238E27FC236}">
                <a16:creationId xmlns:a16="http://schemas.microsoft.com/office/drawing/2014/main" id="{DCCDEF79-B312-928A-B790-46AC957629B4}"/>
              </a:ext>
            </a:extLst>
          </p:cNvPr>
          <p:cNvGraphicFramePr>
            <a:graphicFrameLocks/>
          </p:cNvGraphicFramePr>
          <p:nvPr>
            <p:extLst>
              <p:ext uri="{D42A27DB-BD31-4B8C-83A1-F6EECF244321}">
                <p14:modId xmlns:p14="http://schemas.microsoft.com/office/powerpoint/2010/main" val="335971013"/>
              </p:ext>
            </p:extLst>
          </p:nvPr>
        </p:nvGraphicFramePr>
        <p:xfrm>
          <a:off x="934278" y="1371600"/>
          <a:ext cx="10419520" cy="4256532"/>
        </p:xfrm>
        <a:graphic>
          <a:graphicData uri="http://schemas.openxmlformats.org/drawingml/2006/table">
            <a:tbl>
              <a:tblPr firstRow="1" bandRow="1">
                <a:tableStyleId>{91EBBBCC-DAD2-459C-BE2E-F6DE35CF9A28}</a:tableStyleId>
              </a:tblPr>
              <a:tblGrid>
                <a:gridCol w="1627168">
                  <a:extLst>
                    <a:ext uri="{9D8B030D-6E8A-4147-A177-3AD203B41FA5}">
                      <a16:colId xmlns:a16="http://schemas.microsoft.com/office/drawing/2014/main" val="4250254735"/>
                    </a:ext>
                  </a:extLst>
                </a:gridCol>
                <a:gridCol w="732696">
                  <a:extLst>
                    <a:ext uri="{9D8B030D-6E8A-4147-A177-3AD203B41FA5}">
                      <a16:colId xmlns:a16="http://schemas.microsoft.com/office/drawing/2014/main" val="1353373369"/>
                    </a:ext>
                  </a:extLst>
                </a:gridCol>
                <a:gridCol w="732696">
                  <a:extLst>
                    <a:ext uri="{9D8B030D-6E8A-4147-A177-3AD203B41FA5}">
                      <a16:colId xmlns:a16="http://schemas.microsoft.com/office/drawing/2014/main" val="383814666"/>
                    </a:ext>
                  </a:extLst>
                </a:gridCol>
                <a:gridCol w="732696">
                  <a:extLst>
                    <a:ext uri="{9D8B030D-6E8A-4147-A177-3AD203B41FA5}">
                      <a16:colId xmlns:a16="http://schemas.microsoft.com/office/drawing/2014/main" val="1918960825"/>
                    </a:ext>
                  </a:extLst>
                </a:gridCol>
                <a:gridCol w="732696">
                  <a:extLst>
                    <a:ext uri="{9D8B030D-6E8A-4147-A177-3AD203B41FA5}">
                      <a16:colId xmlns:a16="http://schemas.microsoft.com/office/drawing/2014/main" val="1216959627"/>
                    </a:ext>
                  </a:extLst>
                </a:gridCol>
                <a:gridCol w="732696">
                  <a:extLst>
                    <a:ext uri="{9D8B030D-6E8A-4147-A177-3AD203B41FA5}">
                      <a16:colId xmlns:a16="http://schemas.microsoft.com/office/drawing/2014/main" val="3120814046"/>
                    </a:ext>
                  </a:extLst>
                </a:gridCol>
                <a:gridCol w="732696">
                  <a:extLst>
                    <a:ext uri="{9D8B030D-6E8A-4147-A177-3AD203B41FA5}">
                      <a16:colId xmlns:a16="http://schemas.microsoft.com/office/drawing/2014/main" val="30018125"/>
                    </a:ext>
                  </a:extLst>
                </a:gridCol>
                <a:gridCol w="732696">
                  <a:extLst>
                    <a:ext uri="{9D8B030D-6E8A-4147-A177-3AD203B41FA5}">
                      <a16:colId xmlns:a16="http://schemas.microsoft.com/office/drawing/2014/main" val="169514303"/>
                    </a:ext>
                  </a:extLst>
                </a:gridCol>
                <a:gridCol w="732696">
                  <a:extLst>
                    <a:ext uri="{9D8B030D-6E8A-4147-A177-3AD203B41FA5}">
                      <a16:colId xmlns:a16="http://schemas.microsoft.com/office/drawing/2014/main" val="58621989"/>
                    </a:ext>
                  </a:extLst>
                </a:gridCol>
                <a:gridCol w="732696">
                  <a:extLst>
                    <a:ext uri="{9D8B030D-6E8A-4147-A177-3AD203B41FA5}">
                      <a16:colId xmlns:a16="http://schemas.microsoft.com/office/drawing/2014/main" val="1410265394"/>
                    </a:ext>
                  </a:extLst>
                </a:gridCol>
                <a:gridCol w="732696">
                  <a:extLst>
                    <a:ext uri="{9D8B030D-6E8A-4147-A177-3AD203B41FA5}">
                      <a16:colId xmlns:a16="http://schemas.microsoft.com/office/drawing/2014/main" val="2030529559"/>
                    </a:ext>
                  </a:extLst>
                </a:gridCol>
                <a:gridCol w="732696">
                  <a:extLst>
                    <a:ext uri="{9D8B030D-6E8A-4147-A177-3AD203B41FA5}">
                      <a16:colId xmlns:a16="http://schemas.microsoft.com/office/drawing/2014/main" val="2537001817"/>
                    </a:ext>
                  </a:extLst>
                </a:gridCol>
                <a:gridCol w="732696">
                  <a:extLst>
                    <a:ext uri="{9D8B030D-6E8A-4147-A177-3AD203B41FA5}">
                      <a16:colId xmlns:a16="http://schemas.microsoft.com/office/drawing/2014/main" val="286142468"/>
                    </a:ext>
                  </a:extLst>
                </a:gridCol>
              </a:tblGrid>
              <a:tr h="0">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6E2D5"/>
                          </a:solidFill>
                          <a:effectLst/>
                          <a:uLnTx/>
                          <a:uFillTx/>
                          <a:latin typeface="Arial" panose="020B0604020202020204" pitchFamily="34" charset="0"/>
                          <a:cs typeface="Arial" panose="020B0604020202020204" pitchFamily="34" charset="0"/>
                        </a:rPr>
                        <a:t>Q1</a:t>
                      </a:r>
                      <a:endParaRPr kumimoji="0" lang="en-US" sz="10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49"/>
                    </a:solidFill>
                  </a:tcPr>
                </a:tc>
                <a:tc hMerge="1">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dirty="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dirty="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gridSpan="3">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6E2D5"/>
                          </a:solidFill>
                          <a:effectLst/>
                          <a:uLnTx/>
                          <a:uFillTx/>
                          <a:latin typeface="Arial" panose="020B0604020202020204" pitchFamily="34" charset="0"/>
                          <a:cs typeface="Arial" panose="020B0604020202020204" pitchFamily="34" charset="0"/>
                        </a:rPr>
                        <a:t>Q2</a:t>
                      </a:r>
                      <a:endParaRPr kumimoji="0" lang="en-US" sz="10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49"/>
                    </a:solidFill>
                  </a:tcPr>
                </a:tc>
                <a:tc hMerge="1">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dirty="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dirty="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gridSpan="3">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6E2D5"/>
                          </a:solidFill>
                          <a:effectLst/>
                          <a:uLnTx/>
                          <a:uFillTx/>
                          <a:latin typeface="Arial" panose="020B0604020202020204" pitchFamily="34" charset="0"/>
                          <a:cs typeface="Arial" panose="020B0604020202020204" pitchFamily="34" charset="0"/>
                        </a:rPr>
                        <a:t>Q3</a:t>
                      </a:r>
                      <a:endParaRPr kumimoji="0" lang="en-US" sz="10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49"/>
                    </a:solidFill>
                  </a:tcPr>
                </a:tc>
                <a:tc hMerge="1">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dirty="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dirty="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gridSpan="3">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6E2D5"/>
                          </a:solidFill>
                          <a:effectLst/>
                          <a:uLnTx/>
                          <a:uFillTx/>
                          <a:latin typeface="Arial" panose="020B0604020202020204" pitchFamily="34" charset="0"/>
                          <a:cs typeface="Arial" panose="020B0604020202020204" pitchFamily="34" charset="0"/>
                        </a:rPr>
                        <a:t>Q4</a:t>
                      </a:r>
                      <a:endParaRPr kumimoji="0" lang="en-US" sz="10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49"/>
                    </a:solidFill>
                  </a:tcPr>
                </a:tc>
                <a:tc hMerge="1">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dirty="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dirty="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3947827001"/>
                  </a:ext>
                </a:extLst>
              </a:tr>
              <a:tr h="411480">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1" i="0" u="none" strike="noStrike" kern="1200" cap="none" spc="0" normalizeH="0" baseline="0" noProof="0">
                        <a:ln>
                          <a:noFill/>
                        </a:ln>
                        <a:solidFill>
                          <a:srgbClr val="003349"/>
                        </a:solidFill>
                        <a:effectLst/>
                        <a:uLnTx/>
                        <a:uFillTx/>
                        <a:latin typeface="+mn-lt"/>
                        <a:ea typeface="+mn-ea"/>
                        <a:cs typeface="+mn-cs"/>
                      </a:endParaRPr>
                    </a:p>
                  </a:txBody>
                  <a:tcPr marL="109728" marR="109728" marT="109728" marB="109728"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JAN</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FEB</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MAR</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APR</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MAY</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JUN</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JUL</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AUG</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OCT</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SEP</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NOV</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DEC</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extLst>
                  <a:ext uri="{0D108BD9-81ED-4DB2-BD59-A6C34878D82A}">
                    <a16:rowId xmlns:a16="http://schemas.microsoft.com/office/drawing/2014/main" val="3430042905"/>
                  </a:ext>
                </a:extLst>
              </a:tr>
              <a:tr h="685800">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rPr>
                        <a:t>Phase 1:</a:t>
                      </a:r>
                    </a:p>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rPr>
                        <a:t>Lorem ipsum</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F2528"/>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7949927"/>
                  </a:ext>
                </a:extLst>
              </a:tr>
              <a:tr h="685800">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rPr>
                        <a:t>Phase 2:</a:t>
                      </a:r>
                    </a:p>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rPr>
                        <a:t>Lorem ipsum</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49">
                        <a:alpha val="70000"/>
                      </a:srgb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41452904"/>
                  </a:ext>
                </a:extLst>
              </a:tr>
              <a:tr h="685800">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rPr>
                        <a:t>Phase 3:</a:t>
                      </a:r>
                    </a:p>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rPr>
                        <a:t>Lorem ipsum</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5C43">
                        <a:alpha val="60000"/>
                      </a:srgb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36448437"/>
                  </a:ext>
                </a:extLst>
              </a:tr>
              <a:tr h="685800">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rPr>
                        <a:t>Phase 4:</a:t>
                      </a:r>
                    </a:p>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rPr>
                        <a:t>Lorem ipsum</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4FBCCA"/>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14359792"/>
                  </a:ext>
                </a:extLst>
              </a:tr>
              <a:tr h="685800">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rPr>
                        <a:t>Phase 5:</a:t>
                      </a:r>
                    </a:p>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rPr>
                        <a:t>Lorem ipsum</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5C43"/>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0" i="0" u="none" strike="noStrike" kern="1200" cap="none" spc="0" normalizeH="0" baseline="0" noProof="0">
                        <a:ln>
                          <a:noFill/>
                        </a:ln>
                        <a:solidFill>
                          <a:schemeClr val="tx1"/>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13805391"/>
                  </a:ext>
                </a:extLst>
              </a:tr>
            </a:tbl>
          </a:graphicData>
        </a:graphic>
      </p:graphicFrame>
      <p:sp>
        <p:nvSpPr>
          <p:cNvPr id="3" name="TextBox 2">
            <a:extLst>
              <a:ext uri="{FF2B5EF4-FFF2-40B4-BE49-F238E27FC236}">
                <a16:creationId xmlns:a16="http://schemas.microsoft.com/office/drawing/2014/main" id="{E4486F93-25CB-F8FA-CE5E-D856BC099E3F}"/>
              </a:ext>
            </a:extLst>
          </p:cNvPr>
          <p:cNvSpPr txBox="1"/>
          <p:nvPr/>
        </p:nvSpPr>
        <p:spPr>
          <a:xfrm>
            <a:off x="2795570" y="2395014"/>
            <a:ext cx="3759200" cy="313774"/>
          </a:xfrm>
          <a:prstGeom prst="roundRect">
            <a:avLst>
              <a:gd name="adj" fmla="val 50000"/>
            </a:avLst>
          </a:prstGeom>
          <a:solidFill>
            <a:srgbClr val="5F2528"/>
          </a:solidFill>
        </p:spPr>
        <p:txBody>
          <a:bodyPr wrap="square" rtlCol="0" anchor="ctr">
            <a:noAutofit/>
          </a:bodyPr>
          <a:lstStyle/>
          <a:p>
            <a:pPr algn="ctr"/>
            <a:r>
              <a:rPr lang="en-US" sz="850" dirty="0">
                <a:solidFill>
                  <a:srgbClr val="E6E2D5"/>
                </a:solidFill>
                <a:latin typeface="Arial" panose="020B0604020202020204" pitchFamily="34" charset="0"/>
                <a:cs typeface="Arial" panose="020B0604020202020204" pitchFamily="34" charset="0"/>
              </a:rPr>
              <a:t>Lorem ipsum dolor sit amet</a:t>
            </a:r>
          </a:p>
        </p:txBody>
      </p:sp>
      <p:sp>
        <p:nvSpPr>
          <p:cNvPr id="4" name="TextBox 3">
            <a:extLst>
              <a:ext uri="{FF2B5EF4-FFF2-40B4-BE49-F238E27FC236}">
                <a16:creationId xmlns:a16="http://schemas.microsoft.com/office/drawing/2014/main" id="{B51AB419-D31B-92ED-0CCD-E652AFE5D3B7}"/>
              </a:ext>
            </a:extLst>
          </p:cNvPr>
          <p:cNvSpPr txBox="1"/>
          <p:nvPr/>
        </p:nvSpPr>
        <p:spPr>
          <a:xfrm>
            <a:off x="3911075" y="3102024"/>
            <a:ext cx="3759200" cy="313774"/>
          </a:xfrm>
          <a:prstGeom prst="roundRect">
            <a:avLst>
              <a:gd name="adj" fmla="val 50000"/>
            </a:avLst>
          </a:prstGeom>
          <a:solidFill>
            <a:srgbClr val="003349">
              <a:alpha val="70000"/>
            </a:srgbClr>
          </a:solidFill>
        </p:spPr>
        <p:txBody>
          <a:bodyPr wrap="square" rtlCol="0" anchor="ctr">
            <a:noAutofit/>
          </a:bodyPr>
          <a:lstStyle/>
          <a:p>
            <a:pPr algn="ctr"/>
            <a:r>
              <a:rPr lang="en-US" sz="850" dirty="0">
                <a:solidFill>
                  <a:srgbClr val="E6E2D5"/>
                </a:solidFill>
                <a:latin typeface="Arial" panose="020B0604020202020204" pitchFamily="34" charset="0"/>
                <a:cs typeface="Arial" panose="020B0604020202020204" pitchFamily="34" charset="0"/>
              </a:rPr>
              <a:t>Lorem ipsum dolor sit amet</a:t>
            </a:r>
          </a:p>
        </p:txBody>
      </p:sp>
      <p:sp>
        <p:nvSpPr>
          <p:cNvPr id="5" name="TextBox 4">
            <a:extLst>
              <a:ext uri="{FF2B5EF4-FFF2-40B4-BE49-F238E27FC236}">
                <a16:creationId xmlns:a16="http://schemas.microsoft.com/office/drawing/2014/main" id="{B76D0614-AD03-9316-0187-983BA5B6738B}"/>
              </a:ext>
            </a:extLst>
          </p:cNvPr>
          <p:cNvSpPr txBox="1"/>
          <p:nvPr/>
        </p:nvSpPr>
        <p:spPr>
          <a:xfrm>
            <a:off x="5439266" y="3771327"/>
            <a:ext cx="2231008" cy="313774"/>
          </a:xfrm>
          <a:prstGeom prst="roundRect">
            <a:avLst>
              <a:gd name="adj" fmla="val 50000"/>
            </a:avLst>
          </a:prstGeom>
          <a:solidFill>
            <a:srgbClr val="005C43">
              <a:alpha val="60000"/>
            </a:srgbClr>
          </a:solidFill>
        </p:spPr>
        <p:txBody>
          <a:bodyPr wrap="square" rtlCol="0" anchor="ctr">
            <a:noAutofit/>
          </a:bodyPr>
          <a:lstStyle/>
          <a:p>
            <a:pPr algn="ctr"/>
            <a:r>
              <a:rPr lang="en-US" sz="850" dirty="0">
                <a:solidFill>
                  <a:srgbClr val="E6E2D5"/>
                </a:solidFill>
                <a:latin typeface="Arial" panose="020B0604020202020204" pitchFamily="34" charset="0"/>
                <a:cs typeface="Arial" panose="020B0604020202020204" pitchFamily="34" charset="0"/>
              </a:rPr>
              <a:t>Lorem ipsum dolor sit amet</a:t>
            </a:r>
          </a:p>
        </p:txBody>
      </p:sp>
      <p:sp>
        <p:nvSpPr>
          <p:cNvPr id="6" name="TextBox 5">
            <a:extLst>
              <a:ext uri="{FF2B5EF4-FFF2-40B4-BE49-F238E27FC236}">
                <a16:creationId xmlns:a16="http://schemas.microsoft.com/office/drawing/2014/main" id="{50E1FF22-5042-7F59-4D7E-EDCDC5BDA014}"/>
              </a:ext>
            </a:extLst>
          </p:cNvPr>
          <p:cNvSpPr txBox="1"/>
          <p:nvPr/>
        </p:nvSpPr>
        <p:spPr>
          <a:xfrm>
            <a:off x="7046535" y="4440630"/>
            <a:ext cx="2983584" cy="313774"/>
          </a:xfrm>
          <a:prstGeom prst="roundRect">
            <a:avLst>
              <a:gd name="adj" fmla="val 50000"/>
            </a:avLst>
          </a:prstGeom>
          <a:solidFill>
            <a:srgbClr val="4FBCCA"/>
          </a:solidFill>
        </p:spPr>
        <p:txBody>
          <a:bodyPr wrap="square" rtlCol="0" anchor="ctr">
            <a:noAutofit/>
          </a:bodyPr>
          <a:lstStyle/>
          <a:p>
            <a:pPr algn="ctr"/>
            <a:r>
              <a:rPr lang="en-US" sz="850" dirty="0">
                <a:solidFill>
                  <a:srgbClr val="E6E2D5"/>
                </a:solidFill>
                <a:latin typeface="Arial" panose="020B0604020202020204" pitchFamily="34" charset="0"/>
                <a:cs typeface="Arial" panose="020B0604020202020204" pitchFamily="34" charset="0"/>
              </a:rPr>
              <a:t>Lorem ipsum dolor sit amet</a:t>
            </a:r>
          </a:p>
        </p:txBody>
      </p:sp>
      <p:sp>
        <p:nvSpPr>
          <p:cNvPr id="7" name="TextBox 6">
            <a:extLst>
              <a:ext uri="{FF2B5EF4-FFF2-40B4-BE49-F238E27FC236}">
                <a16:creationId xmlns:a16="http://schemas.microsoft.com/office/drawing/2014/main" id="{E3283F26-7B6D-1AF0-1EC3-3DDB22025E96}"/>
              </a:ext>
            </a:extLst>
          </p:cNvPr>
          <p:cNvSpPr txBox="1"/>
          <p:nvPr/>
        </p:nvSpPr>
        <p:spPr>
          <a:xfrm>
            <a:off x="8130106" y="5109933"/>
            <a:ext cx="2983584" cy="313774"/>
          </a:xfrm>
          <a:prstGeom prst="roundRect">
            <a:avLst>
              <a:gd name="adj" fmla="val 50000"/>
            </a:avLst>
          </a:prstGeom>
          <a:solidFill>
            <a:srgbClr val="005C43"/>
          </a:solidFill>
        </p:spPr>
        <p:txBody>
          <a:bodyPr wrap="square" rtlCol="0" anchor="ctr">
            <a:noAutofit/>
          </a:bodyPr>
          <a:lstStyle/>
          <a:p>
            <a:pPr algn="ctr"/>
            <a:r>
              <a:rPr lang="en-US" sz="850" dirty="0">
                <a:solidFill>
                  <a:srgbClr val="E6E2D5"/>
                </a:solidFill>
                <a:latin typeface="Arial" panose="020B0604020202020204" pitchFamily="34" charset="0"/>
                <a:cs typeface="Arial" panose="020B0604020202020204" pitchFamily="34" charset="0"/>
              </a:rPr>
              <a:t>Lorem ipsum dolor sit amet</a:t>
            </a:r>
          </a:p>
        </p:txBody>
      </p:sp>
      <p:sp>
        <p:nvSpPr>
          <p:cNvPr id="11" name="Title 4">
            <a:extLst>
              <a:ext uri="{FF2B5EF4-FFF2-40B4-BE49-F238E27FC236}">
                <a16:creationId xmlns:a16="http://schemas.microsoft.com/office/drawing/2014/main" id="{14D313FE-7C10-AA39-20D1-706929E3606B}"/>
              </a:ext>
            </a:extLst>
          </p:cNvPr>
          <p:cNvSpPr txBox="1">
            <a:spLocks/>
          </p:cNvSpPr>
          <p:nvPr/>
        </p:nvSpPr>
        <p:spPr>
          <a:xfrm>
            <a:off x="838200" y="652073"/>
            <a:ext cx="10515600" cy="915436"/>
          </a:xfrm>
          <a:prstGeom prst="rect">
            <a:avLst/>
          </a:prstGeom>
        </p:spPr>
        <p:txBody>
          <a:bodyPr/>
          <a:lstStyle>
            <a:lvl1pPr algn="l" defTabSz="914400" rtl="0" eaLnBrk="1" latinLnBrk="0" hangingPunct="1">
              <a:lnSpc>
                <a:spcPct val="90000"/>
              </a:lnSpc>
              <a:spcBef>
                <a:spcPct val="0"/>
              </a:spcBef>
              <a:buNone/>
              <a:defRPr sz="4400" b="1" kern="1200">
                <a:solidFill>
                  <a:srgbClr val="003349"/>
                </a:solidFill>
                <a:latin typeface="Georgia" panose="02040502050405020303" pitchFamily="18" charset="0"/>
                <a:ea typeface="+mj-ea"/>
                <a:cs typeface="+mj-cs"/>
              </a:defRPr>
            </a:lvl1pPr>
          </a:lstStyle>
          <a:p>
            <a:r>
              <a:rPr lang="en-US" sz="2700"/>
              <a:t>Sample Headline</a:t>
            </a:r>
          </a:p>
        </p:txBody>
      </p:sp>
      <p:sp>
        <p:nvSpPr>
          <p:cNvPr id="12" name="TextBox 11">
            <a:extLst>
              <a:ext uri="{FF2B5EF4-FFF2-40B4-BE49-F238E27FC236}">
                <a16:creationId xmlns:a16="http://schemas.microsoft.com/office/drawing/2014/main" id="{77E61E4B-8A1F-49D5-F333-2028546DF753}"/>
              </a:ext>
            </a:extLst>
          </p:cNvPr>
          <p:cNvSpPr txBox="1"/>
          <p:nvPr/>
        </p:nvSpPr>
        <p:spPr>
          <a:xfrm>
            <a:off x="838200" y="346768"/>
            <a:ext cx="3438939" cy="276999"/>
          </a:xfrm>
          <a:prstGeom prst="rect">
            <a:avLst/>
          </a:prstGeom>
          <a:noFill/>
        </p:spPr>
        <p:txBody>
          <a:bodyPr wrap="square" rtlCol="0">
            <a:spAutoFit/>
          </a:bodyPr>
          <a:lstStyle/>
          <a:p>
            <a:r>
              <a:rPr lang="en-US" sz="1200" b="1" spc="200">
                <a:latin typeface="Arial" panose="020B0604020202020204" pitchFamily="34" charset="0"/>
                <a:cs typeface="Arial" panose="020B0604020202020204" pitchFamily="34" charset="0"/>
              </a:rPr>
              <a:t>TIMELINE</a:t>
            </a:r>
          </a:p>
        </p:txBody>
      </p:sp>
      <p:sp>
        <p:nvSpPr>
          <p:cNvPr id="16" name="Text Placeholder 15">
            <a:extLst>
              <a:ext uri="{FF2B5EF4-FFF2-40B4-BE49-F238E27FC236}">
                <a16:creationId xmlns:a16="http://schemas.microsoft.com/office/drawing/2014/main" id="{06CDCCB8-223E-714A-2955-631989548E3C}"/>
              </a:ext>
            </a:extLst>
          </p:cNvPr>
          <p:cNvSpPr>
            <a:spLocks noGrp="1"/>
          </p:cNvSpPr>
          <p:nvPr>
            <p:ph type="body" sz="quarter" idx="10"/>
          </p:nvPr>
        </p:nvSpPr>
        <p:spPr/>
        <p:txBody>
          <a:bodyPr>
            <a:normAutofit/>
          </a:bodyPr>
          <a:lstStyle/>
          <a:p>
            <a:r>
              <a:rPr lang="en-US"/>
              <a:t>SAMPLE PRESENTATION TITLE</a:t>
            </a:r>
          </a:p>
        </p:txBody>
      </p:sp>
      <p:sp>
        <p:nvSpPr>
          <p:cNvPr id="17" name="Text Placeholder 16">
            <a:extLst>
              <a:ext uri="{FF2B5EF4-FFF2-40B4-BE49-F238E27FC236}">
                <a16:creationId xmlns:a16="http://schemas.microsoft.com/office/drawing/2014/main" id="{3D945384-16EB-E651-E894-BAB09895AA1F}"/>
              </a:ext>
            </a:extLst>
          </p:cNvPr>
          <p:cNvSpPr>
            <a:spLocks noGrp="1"/>
          </p:cNvSpPr>
          <p:nvPr>
            <p:ph type="body" sz="quarter" idx="11"/>
          </p:nvPr>
        </p:nvSpPr>
        <p:spPr/>
        <p:txBody>
          <a:bodyPr>
            <a:normAutofit/>
          </a:bodyPr>
          <a:lstStyle/>
          <a:p>
            <a:fld id="{B0443F54-50E5-0341-A8EB-72829E3A22CA}" type="slidenum">
              <a:rPr lang="en-US" smtClean="0"/>
              <a:t>23</a:t>
            </a:fld>
            <a:endParaRPr lang="en-US"/>
          </a:p>
        </p:txBody>
      </p:sp>
    </p:spTree>
    <p:extLst>
      <p:ext uri="{BB962C8B-B14F-4D97-AF65-F5344CB8AC3E}">
        <p14:creationId xmlns:p14="http://schemas.microsoft.com/office/powerpoint/2010/main" val="2930059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13">
            <a:extLst>
              <a:ext uri="{FF2B5EF4-FFF2-40B4-BE49-F238E27FC236}">
                <a16:creationId xmlns:a16="http://schemas.microsoft.com/office/drawing/2014/main" id="{5D881B38-B4AB-CEFB-64BA-0E53D173FE35}"/>
              </a:ext>
            </a:extLst>
          </p:cNvPr>
          <p:cNvGraphicFramePr>
            <a:graphicFrameLocks/>
          </p:cNvGraphicFramePr>
          <p:nvPr>
            <p:extLst>
              <p:ext uri="{D42A27DB-BD31-4B8C-83A1-F6EECF244321}">
                <p14:modId xmlns:p14="http://schemas.microsoft.com/office/powerpoint/2010/main" val="800330060"/>
              </p:ext>
            </p:extLst>
          </p:nvPr>
        </p:nvGraphicFramePr>
        <p:xfrm>
          <a:off x="534985" y="2763774"/>
          <a:ext cx="3432175" cy="30670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ontent Placeholder 13">
            <a:extLst>
              <a:ext uri="{FF2B5EF4-FFF2-40B4-BE49-F238E27FC236}">
                <a16:creationId xmlns:a16="http://schemas.microsoft.com/office/drawing/2014/main" id="{F717A62F-A609-DE19-A62B-6BDB9F7F8033}"/>
              </a:ext>
            </a:extLst>
          </p:cNvPr>
          <p:cNvGraphicFramePr>
            <a:graphicFrameLocks/>
          </p:cNvGraphicFramePr>
          <p:nvPr>
            <p:extLst>
              <p:ext uri="{D42A27DB-BD31-4B8C-83A1-F6EECF244321}">
                <p14:modId xmlns:p14="http://schemas.microsoft.com/office/powerpoint/2010/main" val="1315838143"/>
              </p:ext>
            </p:extLst>
          </p:nvPr>
        </p:nvGraphicFramePr>
        <p:xfrm>
          <a:off x="4379912" y="2836709"/>
          <a:ext cx="3432175" cy="3067050"/>
        </p:xfrm>
        <a:graphic>
          <a:graphicData uri="http://schemas.openxmlformats.org/drawingml/2006/chart">
            <c:chart xmlns:c="http://schemas.openxmlformats.org/drawingml/2006/chart" xmlns:r="http://schemas.openxmlformats.org/officeDocument/2006/relationships" r:id="rId4"/>
          </a:graphicData>
        </a:graphic>
      </p:graphicFrame>
      <p:grpSp>
        <p:nvGrpSpPr>
          <p:cNvPr id="5" name="Group 4">
            <a:extLst>
              <a:ext uri="{FF2B5EF4-FFF2-40B4-BE49-F238E27FC236}">
                <a16:creationId xmlns:a16="http://schemas.microsoft.com/office/drawing/2014/main" id="{A5E6F748-4E6D-34C5-9FFB-81261927A629}"/>
              </a:ext>
            </a:extLst>
          </p:cNvPr>
          <p:cNvGrpSpPr/>
          <p:nvPr/>
        </p:nvGrpSpPr>
        <p:grpSpPr>
          <a:xfrm>
            <a:off x="8224839" y="2975909"/>
            <a:ext cx="3432173" cy="2822972"/>
            <a:chOff x="8224839" y="3396750"/>
            <a:chExt cx="3432173" cy="2822972"/>
          </a:xfrm>
        </p:grpSpPr>
        <p:sp>
          <p:nvSpPr>
            <p:cNvPr id="6" name="TextBox 5">
              <a:extLst>
                <a:ext uri="{FF2B5EF4-FFF2-40B4-BE49-F238E27FC236}">
                  <a16:creationId xmlns:a16="http://schemas.microsoft.com/office/drawing/2014/main" id="{0B93F0F0-357F-4198-6376-2C5E6BD07096}"/>
                </a:ext>
              </a:extLst>
            </p:cNvPr>
            <p:cNvSpPr txBox="1"/>
            <p:nvPr/>
          </p:nvSpPr>
          <p:spPr>
            <a:xfrm>
              <a:off x="8224839" y="3396750"/>
              <a:ext cx="3432173" cy="506067"/>
            </a:xfrm>
            <a:prstGeom prst="rect">
              <a:avLst/>
            </a:prstGeom>
            <a:noFill/>
          </p:spPr>
          <p:txBody>
            <a:bodyPr wrap="square" lIns="0" tIns="0" rIns="0" bIns="0" rtlCol="0">
              <a:noAutofit/>
            </a:bodyPr>
            <a:lstStyle/>
            <a:p>
              <a:pPr algn="ctr"/>
              <a:r>
                <a:rPr lang="en-US" sz="1400">
                  <a:latin typeface="Arial" panose="020B0604020202020204" pitchFamily="34" charset="0"/>
                  <a:cs typeface="Arial" panose="020B0604020202020204" pitchFamily="34" charset="0"/>
                </a:rPr>
                <a:t>SALES</a:t>
              </a:r>
            </a:p>
          </p:txBody>
        </p:sp>
        <p:sp>
          <p:nvSpPr>
            <p:cNvPr id="7" name="TextBox 6">
              <a:extLst>
                <a:ext uri="{FF2B5EF4-FFF2-40B4-BE49-F238E27FC236}">
                  <a16:creationId xmlns:a16="http://schemas.microsoft.com/office/drawing/2014/main" id="{4BFE4476-8E2C-CC67-D3B2-A0D72D182BC2}"/>
                </a:ext>
              </a:extLst>
            </p:cNvPr>
            <p:cNvSpPr txBox="1"/>
            <p:nvPr/>
          </p:nvSpPr>
          <p:spPr>
            <a:xfrm>
              <a:off x="8224839" y="3763617"/>
              <a:ext cx="1683026" cy="291548"/>
            </a:xfrm>
            <a:prstGeom prst="rect">
              <a:avLst/>
            </a:prstGeom>
            <a:noFill/>
          </p:spPr>
          <p:txBody>
            <a:bodyPr wrap="square" lIns="0" tIns="0" rIns="0" bIns="0" rtlCol="0">
              <a:noAutofit/>
            </a:bodyPr>
            <a:lstStyle/>
            <a:p>
              <a:pPr algn="l"/>
              <a:r>
                <a:rPr lang="en-US" sz="1200">
                  <a:solidFill>
                    <a:srgbClr val="003349"/>
                  </a:solidFill>
                  <a:latin typeface="Arial" panose="020B0604020202020204" pitchFamily="34" charset="0"/>
                  <a:cs typeface="Arial" panose="020B0604020202020204" pitchFamily="34" charset="0"/>
                </a:rPr>
                <a:t>SUBHEAD</a:t>
              </a:r>
            </a:p>
          </p:txBody>
        </p:sp>
        <p:grpSp>
          <p:nvGrpSpPr>
            <p:cNvPr id="8" name="Group 7">
              <a:extLst>
                <a:ext uri="{FF2B5EF4-FFF2-40B4-BE49-F238E27FC236}">
                  <a16:creationId xmlns:a16="http://schemas.microsoft.com/office/drawing/2014/main" id="{FF4CC3A9-2831-DCF8-188A-FF941443D3ED}"/>
                </a:ext>
              </a:extLst>
            </p:cNvPr>
            <p:cNvGrpSpPr/>
            <p:nvPr/>
          </p:nvGrpSpPr>
          <p:grpSpPr>
            <a:xfrm>
              <a:off x="8224839" y="4055165"/>
              <a:ext cx="2282135" cy="228600"/>
              <a:chOff x="8224839" y="4055165"/>
              <a:chExt cx="2971800" cy="228600"/>
            </a:xfrm>
          </p:grpSpPr>
          <p:sp>
            <p:nvSpPr>
              <p:cNvPr id="31" name="Rectangle 30">
                <a:extLst>
                  <a:ext uri="{FF2B5EF4-FFF2-40B4-BE49-F238E27FC236}">
                    <a16:creationId xmlns:a16="http://schemas.microsoft.com/office/drawing/2014/main" id="{4B365665-6A42-0E54-6E53-C954DF39AE0F}"/>
                  </a:ext>
                </a:extLst>
              </p:cNvPr>
              <p:cNvSpPr/>
              <p:nvPr/>
            </p:nvSpPr>
            <p:spPr>
              <a:xfrm>
                <a:off x="8224839" y="4055165"/>
                <a:ext cx="2971800" cy="228600"/>
              </a:xfrm>
              <a:prstGeom prst="rect">
                <a:avLst/>
              </a:prstGeom>
              <a:solidFill>
                <a:srgbClr val="D5CFC7"/>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err="1">
                  <a:solidFill>
                    <a:sysClr val="windowText" lastClr="000000"/>
                  </a:solidFill>
                </a:endParaRPr>
              </a:p>
            </p:txBody>
          </p:sp>
          <p:sp>
            <p:nvSpPr>
              <p:cNvPr id="32" name="Rectangle 31">
                <a:extLst>
                  <a:ext uri="{FF2B5EF4-FFF2-40B4-BE49-F238E27FC236}">
                    <a16:creationId xmlns:a16="http://schemas.microsoft.com/office/drawing/2014/main" id="{DF9E8780-2386-BCD9-61CE-E6E1460D5C87}"/>
                  </a:ext>
                </a:extLst>
              </p:cNvPr>
              <p:cNvSpPr/>
              <p:nvPr/>
            </p:nvSpPr>
            <p:spPr>
              <a:xfrm>
                <a:off x="8224839" y="4055165"/>
                <a:ext cx="2287518" cy="228600"/>
              </a:xfrm>
              <a:prstGeom prst="rect">
                <a:avLst/>
              </a:prstGeom>
              <a:solidFill>
                <a:srgbClr val="003349"/>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err="1">
                  <a:solidFill>
                    <a:sysClr val="windowText" lastClr="000000"/>
                  </a:solidFill>
                </a:endParaRPr>
              </a:p>
            </p:txBody>
          </p:sp>
        </p:grpSp>
        <p:sp>
          <p:nvSpPr>
            <p:cNvPr id="9" name="TextBox 8">
              <a:extLst>
                <a:ext uri="{FF2B5EF4-FFF2-40B4-BE49-F238E27FC236}">
                  <a16:creationId xmlns:a16="http://schemas.microsoft.com/office/drawing/2014/main" id="{3F55BAE1-9D19-A14F-2B60-AB236527113F}"/>
                </a:ext>
              </a:extLst>
            </p:cNvPr>
            <p:cNvSpPr txBox="1"/>
            <p:nvPr/>
          </p:nvSpPr>
          <p:spPr>
            <a:xfrm>
              <a:off x="10593760" y="4056915"/>
              <a:ext cx="1063252" cy="226850"/>
            </a:xfrm>
            <a:prstGeom prst="rect">
              <a:avLst/>
            </a:prstGeom>
            <a:noFill/>
          </p:spPr>
          <p:txBody>
            <a:bodyPr wrap="square" lIns="0" tIns="0" rIns="0" bIns="0" rtlCol="0" anchor="ctr">
              <a:noAutofit/>
            </a:bodyPr>
            <a:lstStyle/>
            <a:p>
              <a:r>
                <a:rPr lang="en-US" sz="1000">
                  <a:solidFill>
                    <a:srgbClr val="003349"/>
                  </a:solidFill>
                  <a:latin typeface="Arial" panose="020B0604020202020204" pitchFamily="34" charset="0"/>
                  <a:cs typeface="Arial" panose="020B0604020202020204" pitchFamily="34" charset="0"/>
                </a:rPr>
                <a:t>XX% LOREM</a:t>
              </a:r>
            </a:p>
          </p:txBody>
        </p:sp>
        <p:grpSp>
          <p:nvGrpSpPr>
            <p:cNvPr id="10" name="Group 9">
              <a:extLst>
                <a:ext uri="{FF2B5EF4-FFF2-40B4-BE49-F238E27FC236}">
                  <a16:creationId xmlns:a16="http://schemas.microsoft.com/office/drawing/2014/main" id="{8554F688-AFFC-7EAD-6440-65EE453D2E65}"/>
                </a:ext>
              </a:extLst>
            </p:cNvPr>
            <p:cNvGrpSpPr/>
            <p:nvPr/>
          </p:nvGrpSpPr>
          <p:grpSpPr>
            <a:xfrm>
              <a:off x="8224839" y="4355203"/>
              <a:ext cx="2282135" cy="228600"/>
              <a:chOff x="8224839" y="4055165"/>
              <a:chExt cx="2971800" cy="228600"/>
            </a:xfrm>
          </p:grpSpPr>
          <p:sp>
            <p:nvSpPr>
              <p:cNvPr id="29" name="Rectangle 28">
                <a:extLst>
                  <a:ext uri="{FF2B5EF4-FFF2-40B4-BE49-F238E27FC236}">
                    <a16:creationId xmlns:a16="http://schemas.microsoft.com/office/drawing/2014/main" id="{FF526856-763D-D923-A4D9-5EE8B23B8D45}"/>
                  </a:ext>
                </a:extLst>
              </p:cNvPr>
              <p:cNvSpPr/>
              <p:nvPr/>
            </p:nvSpPr>
            <p:spPr>
              <a:xfrm>
                <a:off x="8224839" y="4055165"/>
                <a:ext cx="2971800" cy="228600"/>
              </a:xfrm>
              <a:prstGeom prst="rect">
                <a:avLst/>
              </a:prstGeom>
              <a:solidFill>
                <a:srgbClr val="D5CFC7"/>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err="1">
                  <a:solidFill>
                    <a:sysClr val="windowText" lastClr="000000"/>
                  </a:solidFill>
                </a:endParaRPr>
              </a:p>
            </p:txBody>
          </p:sp>
          <p:sp>
            <p:nvSpPr>
              <p:cNvPr id="30" name="Rectangle 29">
                <a:extLst>
                  <a:ext uri="{FF2B5EF4-FFF2-40B4-BE49-F238E27FC236}">
                    <a16:creationId xmlns:a16="http://schemas.microsoft.com/office/drawing/2014/main" id="{1E8CA538-757A-F7A9-728C-C922B7A28C16}"/>
                  </a:ext>
                </a:extLst>
              </p:cNvPr>
              <p:cNvSpPr/>
              <p:nvPr/>
            </p:nvSpPr>
            <p:spPr>
              <a:xfrm>
                <a:off x="8224839" y="4055165"/>
                <a:ext cx="1550433" cy="228600"/>
              </a:xfrm>
              <a:prstGeom prst="rect">
                <a:avLst/>
              </a:prstGeom>
              <a:solidFill>
                <a:srgbClr val="003349"/>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err="1">
                  <a:solidFill>
                    <a:sysClr val="windowText" lastClr="000000"/>
                  </a:solidFill>
                </a:endParaRPr>
              </a:p>
            </p:txBody>
          </p:sp>
        </p:grpSp>
        <p:sp>
          <p:nvSpPr>
            <p:cNvPr id="11" name="TextBox 10">
              <a:extLst>
                <a:ext uri="{FF2B5EF4-FFF2-40B4-BE49-F238E27FC236}">
                  <a16:creationId xmlns:a16="http://schemas.microsoft.com/office/drawing/2014/main" id="{E003FB3A-ABDF-4DFD-AF7B-3FC25804682F}"/>
                </a:ext>
              </a:extLst>
            </p:cNvPr>
            <p:cNvSpPr txBox="1"/>
            <p:nvPr/>
          </p:nvSpPr>
          <p:spPr>
            <a:xfrm>
              <a:off x="10593760" y="4356953"/>
              <a:ext cx="1063252" cy="226850"/>
            </a:xfrm>
            <a:prstGeom prst="rect">
              <a:avLst/>
            </a:prstGeom>
            <a:noFill/>
          </p:spPr>
          <p:txBody>
            <a:bodyPr wrap="square" lIns="0" tIns="0" rIns="0" bIns="0" rtlCol="0" anchor="ctr">
              <a:noAutofit/>
            </a:bodyPr>
            <a:lstStyle/>
            <a:p>
              <a:r>
                <a:rPr lang="en-US" sz="1000">
                  <a:solidFill>
                    <a:srgbClr val="003349"/>
                  </a:solidFill>
                  <a:latin typeface="Arial" panose="020B0604020202020204" pitchFamily="34" charset="0"/>
                  <a:cs typeface="Arial" panose="020B0604020202020204" pitchFamily="34" charset="0"/>
                </a:rPr>
                <a:t>XX% LOREM</a:t>
              </a:r>
            </a:p>
          </p:txBody>
        </p:sp>
        <p:sp>
          <p:nvSpPr>
            <p:cNvPr id="12" name="TextBox 11">
              <a:extLst>
                <a:ext uri="{FF2B5EF4-FFF2-40B4-BE49-F238E27FC236}">
                  <a16:creationId xmlns:a16="http://schemas.microsoft.com/office/drawing/2014/main" id="{934BFD6D-9C3C-1512-A636-896C4F7688BE}"/>
                </a:ext>
              </a:extLst>
            </p:cNvPr>
            <p:cNvSpPr txBox="1"/>
            <p:nvPr/>
          </p:nvSpPr>
          <p:spPr>
            <a:xfrm>
              <a:off x="8224839" y="4785174"/>
              <a:ext cx="1683026" cy="291548"/>
            </a:xfrm>
            <a:prstGeom prst="rect">
              <a:avLst/>
            </a:prstGeom>
            <a:noFill/>
          </p:spPr>
          <p:txBody>
            <a:bodyPr wrap="square" lIns="0" tIns="0" rIns="0" bIns="0" rtlCol="0">
              <a:noAutofit/>
            </a:bodyPr>
            <a:lstStyle/>
            <a:p>
              <a:pPr algn="l"/>
              <a:r>
                <a:rPr lang="en-US" sz="1200">
                  <a:solidFill>
                    <a:srgbClr val="003349"/>
                  </a:solidFill>
                  <a:latin typeface="Arial" panose="020B0604020202020204" pitchFamily="34" charset="0"/>
                  <a:cs typeface="Arial" panose="020B0604020202020204" pitchFamily="34" charset="0"/>
                </a:rPr>
                <a:t>SUBHEAD</a:t>
              </a:r>
            </a:p>
          </p:txBody>
        </p:sp>
        <p:grpSp>
          <p:nvGrpSpPr>
            <p:cNvPr id="13" name="Group 12">
              <a:extLst>
                <a:ext uri="{FF2B5EF4-FFF2-40B4-BE49-F238E27FC236}">
                  <a16:creationId xmlns:a16="http://schemas.microsoft.com/office/drawing/2014/main" id="{104D389E-55BE-0071-3A06-7809E246DBAA}"/>
                </a:ext>
              </a:extLst>
            </p:cNvPr>
            <p:cNvGrpSpPr/>
            <p:nvPr/>
          </p:nvGrpSpPr>
          <p:grpSpPr>
            <a:xfrm>
              <a:off x="8224839" y="5076722"/>
              <a:ext cx="2282135" cy="228600"/>
              <a:chOff x="8224839" y="4055165"/>
              <a:chExt cx="2971800" cy="228600"/>
            </a:xfrm>
          </p:grpSpPr>
          <p:sp>
            <p:nvSpPr>
              <p:cNvPr id="27" name="Rectangle 26">
                <a:extLst>
                  <a:ext uri="{FF2B5EF4-FFF2-40B4-BE49-F238E27FC236}">
                    <a16:creationId xmlns:a16="http://schemas.microsoft.com/office/drawing/2014/main" id="{C426075D-7808-8D5B-5BBC-53B2CD5AB247}"/>
                  </a:ext>
                </a:extLst>
              </p:cNvPr>
              <p:cNvSpPr/>
              <p:nvPr/>
            </p:nvSpPr>
            <p:spPr>
              <a:xfrm>
                <a:off x="8224839" y="4055165"/>
                <a:ext cx="2971800" cy="228600"/>
              </a:xfrm>
              <a:prstGeom prst="rect">
                <a:avLst/>
              </a:prstGeom>
              <a:solidFill>
                <a:srgbClr val="D5CFC7"/>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err="1">
                  <a:solidFill>
                    <a:sysClr val="windowText" lastClr="000000"/>
                  </a:solidFill>
                </a:endParaRPr>
              </a:p>
            </p:txBody>
          </p:sp>
          <p:sp>
            <p:nvSpPr>
              <p:cNvPr id="28" name="Rectangle 27">
                <a:extLst>
                  <a:ext uri="{FF2B5EF4-FFF2-40B4-BE49-F238E27FC236}">
                    <a16:creationId xmlns:a16="http://schemas.microsoft.com/office/drawing/2014/main" id="{2E4715BB-CA88-38E5-4E11-51DA4F17E3FE}"/>
                  </a:ext>
                </a:extLst>
              </p:cNvPr>
              <p:cNvSpPr/>
              <p:nvPr/>
            </p:nvSpPr>
            <p:spPr>
              <a:xfrm>
                <a:off x="8224839" y="4055165"/>
                <a:ext cx="1957170" cy="228600"/>
              </a:xfrm>
              <a:prstGeom prst="rect">
                <a:avLst/>
              </a:prstGeom>
              <a:solidFill>
                <a:srgbClr val="003349"/>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err="1">
                  <a:solidFill>
                    <a:sysClr val="windowText" lastClr="000000"/>
                  </a:solidFill>
                </a:endParaRPr>
              </a:p>
            </p:txBody>
          </p:sp>
        </p:grpSp>
        <p:sp>
          <p:nvSpPr>
            <p:cNvPr id="14" name="TextBox 13">
              <a:extLst>
                <a:ext uri="{FF2B5EF4-FFF2-40B4-BE49-F238E27FC236}">
                  <a16:creationId xmlns:a16="http://schemas.microsoft.com/office/drawing/2014/main" id="{BB5FE19D-9680-4803-6918-D688D5C8CC54}"/>
                </a:ext>
              </a:extLst>
            </p:cNvPr>
            <p:cNvSpPr txBox="1"/>
            <p:nvPr/>
          </p:nvSpPr>
          <p:spPr>
            <a:xfrm>
              <a:off x="10593760" y="5078472"/>
              <a:ext cx="1063252" cy="226850"/>
            </a:xfrm>
            <a:prstGeom prst="rect">
              <a:avLst/>
            </a:prstGeom>
            <a:noFill/>
          </p:spPr>
          <p:txBody>
            <a:bodyPr wrap="square" lIns="0" tIns="0" rIns="0" bIns="0" rtlCol="0" anchor="ctr">
              <a:noAutofit/>
            </a:bodyPr>
            <a:lstStyle/>
            <a:p>
              <a:r>
                <a:rPr lang="en-US" sz="1000">
                  <a:solidFill>
                    <a:srgbClr val="003349"/>
                  </a:solidFill>
                  <a:latin typeface="Arial" panose="020B0604020202020204" pitchFamily="34" charset="0"/>
                  <a:cs typeface="Arial" panose="020B0604020202020204" pitchFamily="34" charset="0"/>
                </a:rPr>
                <a:t>XX% LOREM</a:t>
              </a:r>
            </a:p>
          </p:txBody>
        </p:sp>
        <p:grpSp>
          <p:nvGrpSpPr>
            <p:cNvPr id="15" name="Group 14">
              <a:extLst>
                <a:ext uri="{FF2B5EF4-FFF2-40B4-BE49-F238E27FC236}">
                  <a16:creationId xmlns:a16="http://schemas.microsoft.com/office/drawing/2014/main" id="{4E88D544-0E0A-BE9A-E00C-0DDA8133E2F6}"/>
                </a:ext>
              </a:extLst>
            </p:cNvPr>
            <p:cNvGrpSpPr/>
            <p:nvPr/>
          </p:nvGrpSpPr>
          <p:grpSpPr>
            <a:xfrm>
              <a:off x="8224839" y="5376760"/>
              <a:ext cx="2282135" cy="228600"/>
              <a:chOff x="8224839" y="4055165"/>
              <a:chExt cx="2971800" cy="228600"/>
            </a:xfrm>
          </p:grpSpPr>
          <p:sp>
            <p:nvSpPr>
              <p:cNvPr id="25" name="Rectangle 24">
                <a:extLst>
                  <a:ext uri="{FF2B5EF4-FFF2-40B4-BE49-F238E27FC236}">
                    <a16:creationId xmlns:a16="http://schemas.microsoft.com/office/drawing/2014/main" id="{5B5C9413-E78C-85D4-AE06-7AB7950B30F3}"/>
                  </a:ext>
                </a:extLst>
              </p:cNvPr>
              <p:cNvSpPr/>
              <p:nvPr/>
            </p:nvSpPr>
            <p:spPr>
              <a:xfrm>
                <a:off x="8224839" y="4055165"/>
                <a:ext cx="2971800" cy="228600"/>
              </a:xfrm>
              <a:prstGeom prst="rect">
                <a:avLst/>
              </a:prstGeom>
              <a:solidFill>
                <a:srgbClr val="D5CFC7"/>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err="1">
                  <a:solidFill>
                    <a:sysClr val="windowText" lastClr="000000"/>
                  </a:solidFill>
                </a:endParaRPr>
              </a:p>
            </p:txBody>
          </p:sp>
          <p:sp>
            <p:nvSpPr>
              <p:cNvPr id="26" name="Rectangle 25">
                <a:extLst>
                  <a:ext uri="{FF2B5EF4-FFF2-40B4-BE49-F238E27FC236}">
                    <a16:creationId xmlns:a16="http://schemas.microsoft.com/office/drawing/2014/main" id="{92647D0F-8D22-4DE5-AE17-FBDAE6F3CC44}"/>
                  </a:ext>
                </a:extLst>
              </p:cNvPr>
              <p:cNvSpPr/>
              <p:nvPr/>
            </p:nvSpPr>
            <p:spPr>
              <a:xfrm>
                <a:off x="8224840" y="4055165"/>
                <a:ext cx="564929" cy="228600"/>
              </a:xfrm>
              <a:prstGeom prst="rect">
                <a:avLst/>
              </a:prstGeom>
              <a:solidFill>
                <a:srgbClr val="003349"/>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err="1">
                  <a:solidFill>
                    <a:sysClr val="windowText" lastClr="000000"/>
                  </a:solidFill>
                </a:endParaRPr>
              </a:p>
            </p:txBody>
          </p:sp>
        </p:grpSp>
        <p:sp>
          <p:nvSpPr>
            <p:cNvPr id="16" name="TextBox 15">
              <a:extLst>
                <a:ext uri="{FF2B5EF4-FFF2-40B4-BE49-F238E27FC236}">
                  <a16:creationId xmlns:a16="http://schemas.microsoft.com/office/drawing/2014/main" id="{2D4C2341-C5E4-C3D2-889A-5BFC67DA059C}"/>
                </a:ext>
              </a:extLst>
            </p:cNvPr>
            <p:cNvSpPr txBox="1"/>
            <p:nvPr/>
          </p:nvSpPr>
          <p:spPr>
            <a:xfrm>
              <a:off x="10593760" y="5378510"/>
              <a:ext cx="1063252" cy="226850"/>
            </a:xfrm>
            <a:prstGeom prst="rect">
              <a:avLst/>
            </a:prstGeom>
            <a:noFill/>
          </p:spPr>
          <p:txBody>
            <a:bodyPr wrap="square" lIns="0" tIns="0" rIns="0" bIns="0" rtlCol="0" anchor="ctr">
              <a:noAutofit/>
            </a:bodyPr>
            <a:lstStyle/>
            <a:p>
              <a:r>
                <a:rPr lang="en-US" sz="1000">
                  <a:solidFill>
                    <a:srgbClr val="003349"/>
                  </a:solidFill>
                  <a:latin typeface="Arial" panose="020B0604020202020204" pitchFamily="34" charset="0"/>
                  <a:cs typeface="Arial" panose="020B0604020202020204" pitchFamily="34" charset="0"/>
                </a:rPr>
                <a:t>XX% LOREM</a:t>
              </a:r>
            </a:p>
          </p:txBody>
        </p:sp>
        <p:grpSp>
          <p:nvGrpSpPr>
            <p:cNvPr id="17" name="Group 16">
              <a:extLst>
                <a:ext uri="{FF2B5EF4-FFF2-40B4-BE49-F238E27FC236}">
                  <a16:creationId xmlns:a16="http://schemas.microsoft.com/office/drawing/2014/main" id="{6746E479-9126-89F4-0A2D-71F0DC2D966A}"/>
                </a:ext>
              </a:extLst>
            </p:cNvPr>
            <p:cNvGrpSpPr/>
            <p:nvPr/>
          </p:nvGrpSpPr>
          <p:grpSpPr>
            <a:xfrm>
              <a:off x="8224839" y="5683941"/>
              <a:ext cx="2282135" cy="228600"/>
              <a:chOff x="8224839" y="4055165"/>
              <a:chExt cx="2971800" cy="228600"/>
            </a:xfrm>
          </p:grpSpPr>
          <p:sp>
            <p:nvSpPr>
              <p:cNvPr id="23" name="Rectangle 22">
                <a:extLst>
                  <a:ext uri="{FF2B5EF4-FFF2-40B4-BE49-F238E27FC236}">
                    <a16:creationId xmlns:a16="http://schemas.microsoft.com/office/drawing/2014/main" id="{55A6C12D-5583-7285-A055-15E0C627D51B}"/>
                  </a:ext>
                </a:extLst>
              </p:cNvPr>
              <p:cNvSpPr/>
              <p:nvPr/>
            </p:nvSpPr>
            <p:spPr>
              <a:xfrm>
                <a:off x="8224839" y="4055165"/>
                <a:ext cx="2971800" cy="228600"/>
              </a:xfrm>
              <a:prstGeom prst="rect">
                <a:avLst/>
              </a:prstGeom>
              <a:solidFill>
                <a:srgbClr val="D5CFC7"/>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err="1">
                  <a:solidFill>
                    <a:sysClr val="windowText" lastClr="000000"/>
                  </a:solidFill>
                </a:endParaRPr>
              </a:p>
            </p:txBody>
          </p:sp>
          <p:sp>
            <p:nvSpPr>
              <p:cNvPr id="24" name="Rectangle 23">
                <a:extLst>
                  <a:ext uri="{FF2B5EF4-FFF2-40B4-BE49-F238E27FC236}">
                    <a16:creationId xmlns:a16="http://schemas.microsoft.com/office/drawing/2014/main" id="{733FDD6F-2C00-B0D5-34E9-EE8FE6681DE4}"/>
                  </a:ext>
                </a:extLst>
              </p:cNvPr>
              <p:cNvSpPr/>
              <p:nvPr/>
            </p:nvSpPr>
            <p:spPr>
              <a:xfrm>
                <a:off x="8224839" y="4055165"/>
                <a:ext cx="2671610" cy="228600"/>
              </a:xfrm>
              <a:prstGeom prst="rect">
                <a:avLst/>
              </a:prstGeom>
              <a:solidFill>
                <a:srgbClr val="003349"/>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err="1">
                  <a:solidFill>
                    <a:sysClr val="windowText" lastClr="000000"/>
                  </a:solidFill>
                </a:endParaRPr>
              </a:p>
            </p:txBody>
          </p:sp>
        </p:grpSp>
        <p:sp>
          <p:nvSpPr>
            <p:cNvPr id="18" name="TextBox 17">
              <a:extLst>
                <a:ext uri="{FF2B5EF4-FFF2-40B4-BE49-F238E27FC236}">
                  <a16:creationId xmlns:a16="http://schemas.microsoft.com/office/drawing/2014/main" id="{DBE882AA-DEB0-7D15-0CCB-03EFF245529A}"/>
                </a:ext>
              </a:extLst>
            </p:cNvPr>
            <p:cNvSpPr txBox="1"/>
            <p:nvPr/>
          </p:nvSpPr>
          <p:spPr>
            <a:xfrm>
              <a:off x="10593760" y="5685691"/>
              <a:ext cx="1063252" cy="226850"/>
            </a:xfrm>
            <a:prstGeom prst="rect">
              <a:avLst/>
            </a:prstGeom>
            <a:noFill/>
          </p:spPr>
          <p:txBody>
            <a:bodyPr wrap="square" lIns="0" tIns="0" rIns="0" bIns="0" rtlCol="0" anchor="ctr">
              <a:noAutofit/>
            </a:bodyPr>
            <a:lstStyle/>
            <a:p>
              <a:r>
                <a:rPr lang="en-US" sz="1000">
                  <a:solidFill>
                    <a:srgbClr val="003349"/>
                  </a:solidFill>
                  <a:latin typeface="Arial" panose="020B0604020202020204" pitchFamily="34" charset="0"/>
                  <a:cs typeface="Arial" panose="020B0604020202020204" pitchFamily="34" charset="0"/>
                </a:rPr>
                <a:t>XX% LOREM</a:t>
              </a:r>
            </a:p>
          </p:txBody>
        </p:sp>
        <p:grpSp>
          <p:nvGrpSpPr>
            <p:cNvPr id="19" name="Group 18">
              <a:extLst>
                <a:ext uri="{FF2B5EF4-FFF2-40B4-BE49-F238E27FC236}">
                  <a16:creationId xmlns:a16="http://schemas.microsoft.com/office/drawing/2014/main" id="{BD9EDB2E-712A-40DE-B606-F2A2B0B13C20}"/>
                </a:ext>
              </a:extLst>
            </p:cNvPr>
            <p:cNvGrpSpPr/>
            <p:nvPr/>
          </p:nvGrpSpPr>
          <p:grpSpPr>
            <a:xfrm>
              <a:off x="8224839" y="5991122"/>
              <a:ext cx="2282135" cy="228600"/>
              <a:chOff x="8224839" y="4055165"/>
              <a:chExt cx="2971800" cy="228600"/>
            </a:xfrm>
          </p:grpSpPr>
          <p:sp>
            <p:nvSpPr>
              <p:cNvPr id="21" name="Rectangle 20">
                <a:extLst>
                  <a:ext uri="{FF2B5EF4-FFF2-40B4-BE49-F238E27FC236}">
                    <a16:creationId xmlns:a16="http://schemas.microsoft.com/office/drawing/2014/main" id="{145B1827-E654-CCAB-3BC5-293D42B30AA5}"/>
                  </a:ext>
                </a:extLst>
              </p:cNvPr>
              <p:cNvSpPr/>
              <p:nvPr/>
            </p:nvSpPr>
            <p:spPr>
              <a:xfrm>
                <a:off x="8224839" y="4055165"/>
                <a:ext cx="2971800" cy="228600"/>
              </a:xfrm>
              <a:prstGeom prst="rect">
                <a:avLst/>
              </a:prstGeom>
              <a:solidFill>
                <a:srgbClr val="D5CFC7"/>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err="1">
                  <a:solidFill>
                    <a:sysClr val="windowText" lastClr="000000"/>
                  </a:solidFill>
                </a:endParaRPr>
              </a:p>
            </p:txBody>
          </p:sp>
          <p:sp>
            <p:nvSpPr>
              <p:cNvPr id="22" name="Rectangle 21">
                <a:extLst>
                  <a:ext uri="{FF2B5EF4-FFF2-40B4-BE49-F238E27FC236}">
                    <a16:creationId xmlns:a16="http://schemas.microsoft.com/office/drawing/2014/main" id="{7779AD9E-1440-EDFA-259E-3D3787793AB3}"/>
                  </a:ext>
                </a:extLst>
              </p:cNvPr>
              <p:cNvSpPr/>
              <p:nvPr/>
            </p:nvSpPr>
            <p:spPr>
              <a:xfrm>
                <a:off x="8224839" y="4055165"/>
                <a:ext cx="1105339" cy="228600"/>
              </a:xfrm>
              <a:prstGeom prst="rect">
                <a:avLst/>
              </a:prstGeom>
              <a:solidFill>
                <a:srgbClr val="003349"/>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t"/>
              <a:lstStyle/>
              <a:p>
                <a:pPr algn="l"/>
                <a:endParaRPr lang="en-US" sz="1700" err="1">
                  <a:solidFill>
                    <a:sysClr val="windowText" lastClr="000000"/>
                  </a:solidFill>
                </a:endParaRPr>
              </a:p>
            </p:txBody>
          </p:sp>
        </p:grpSp>
        <p:sp>
          <p:nvSpPr>
            <p:cNvPr id="20" name="TextBox 19">
              <a:extLst>
                <a:ext uri="{FF2B5EF4-FFF2-40B4-BE49-F238E27FC236}">
                  <a16:creationId xmlns:a16="http://schemas.microsoft.com/office/drawing/2014/main" id="{17A8C451-E861-9F47-B876-E28BF0C3ABFA}"/>
                </a:ext>
              </a:extLst>
            </p:cNvPr>
            <p:cNvSpPr txBox="1"/>
            <p:nvPr/>
          </p:nvSpPr>
          <p:spPr>
            <a:xfrm>
              <a:off x="10593760" y="5992872"/>
              <a:ext cx="1063252" cy="226850"/>
            </a:xfrm>
            <a:prstGeom prst="rect">
              <a:avLst/>
            </a:prstGeom>
            <a:noFill/>
          </p:spPr>
          <p:txBody>
            <a:bodyPr wrap="square" lIns="0" tIns="0" rIns="0" bIns="0" rtlCol="0" anchor="ctr">
              <a:noAutofit/>
            </a:bodyPr>
            <a:lstStyle/>
            <a:p>
              <a:r>
                <a:rPr lang="en-US" sz="1000">
                  <a:solidFill>
                    <a:srgbClr val="003349"/>
                  </a:solidFill>
                  <a:latin typeface="Arial" panose="020B0604020202020204" pitchFamily="34" charset="0"/>
                  <a:cs typeface="Arial" panose="020B0604020202020204" pitchFamily="34" charset="0"/>
                </a:rPr>
                <a:t>XX% LOREM</a:t>
              </a:r>
            </a:p>
          </p:txBody>
        </p:sp>
      </p:grpSp>
      <p:graphicFrame>
        <p:nvGraphicFramePr>
          <p:cNvPr id="33" name="Table 6">
            <a:extLst>
              <a:ext uri="{FF2B5EF4-FFF2-40B4-BE49-F238E27FC236}">
                <a16:creationId xmlns:a16="http://schemas.microsoft.com/office/drawing/2014/main" id="{67A8CF68-F4AA-5A5E-ECA4-EDB164D0E94F}"/>
              </a:ext>
            </a:extLst>
          </p:cNvPr>
          <p:cNvGraphicFramePr>
            <a:graphicFrameLocks/>
          </p:cNvGraphicFramePr>
          <p:nvPr>
            <p:extLst>
              <p:ext uri="{D42A27DB-BD31-4B8C-83A1-F6EECF244321}">
                <p14:modId xmlns:p14="http://schemas.microsoft.com/office/powerpoint/2010/main" val="3566649873"/>
              </p:ext>
            </p:extLst>
          </p:nvPr>
        </p:nvGraphicFramePr>
        <p:xfrm>
          <a:off x="534986" y="1108710"/>
          <a:ext cx="3432174" cy="1609344"/>
        </p:xfrm>
        <a:graphic>
          <a:graphicData uri="http://schemas.openxmlformats.org/drawingml/2006/table">
            <a:tbl>
              <a:tblPr firstRow="1" bandRow="1">
                <a:tableStyleId>{91EBBBCC-DAD2-459C-BE2E-F6DE35CF9A28}</a:tableStyleId>
              </a:tblPr>
              <a:tblGrid>
                <a:gridCol w="1144058">
                  <a:extLst>
                    <a:ext uri="{9D8B030D-6E8A-4147-A177-3AD203B41FA5}">
                      <a16:colId xmlns:a16="http://schemas.microsoft.com/office/drawing/2014/main" val="4250254735"/>
                    </a:ext>
                  </a:extLst>
                </a:gridCol>
                <a:gridCol w="1144058">
                  <a:extLst>
                    <a:ext uri="{9D8B030D-6E8A-4147-A177-3AD203B41FA5}">
                      <a16:colId xmlns:a16="http://schemas.microsoft.com/office/drawing/2014/main" val="1353373369"/>
                    </a:ext>
                  </a:extLst>
                </a:gridCol>
                <a:gridCol w="1144058">
                  <a:extLst>
                    <a:ext uri="{9D8B030D-6E8A-4147-A177-3AD203B41FA5}">
                      <a16:colId xmlns:a16="http://schemas.microsoft.com/office/drawing/2014/main" val="2030529559"/>
                    </a:ext>
                  </a:extLst>
                </a:gridCol>
              </a:tblGrid>
              <a:tr h="360468">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B w="12700" cap="flat" cmpd="sng" algn="ctr">
                      <a:solidFill>
                        <a:schemeClr val="tx1"/>
                      </a:solidFill>
                      <a:prstDash val="solid"/>
                      <a:round/>
                      <a:headEnd type="none" w="med" len="med"/>
                      <a:tailEnd type="none" w="med" len="med"/>
                    </a:lnB>
                    <a:solidFill>
                      <a:srgbClr val="003349"/>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B w="12700" cap="flat" cmpd="sng" algn="ctr">
                      <a:solidFill>
                        <a:schemeClr val="tx1"/>
                      </a:solidFill>
                      <a:prstDash val="solid"/>
                      <a:round/>
                      <a:headEnd type="none" w="med" len="med"/>
                      <a:tailEnd type="none" w="med" len="med"/>
                    </a:lnB>
                    <a:solidFill>
                      <a:srgbClr val="003349"/>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B w="12700" cap="flat" cmpd="sng" algn="ctr">
                      <a:solidFill>
                        <a:schemeClr val="tx1"/>
                      </a:solidFill>
                      <a:prstDash val="solid"/>
                      <a:round/>
                      <a:headEnd type="none" w="med" len="med"/>
                      <a:tailEnd type="none" w="med" len="med"/>
                    </a:lnB>
                    <a:solidFill>
                      <a:srgbClr val="003349"/>
                    </a:solidFill>
                  </a:tcPr>
                </a:tc>
                <a:extLst>
                  <a:ext uri="{0D108BD9-81ED-4DB2-BD59-A6C34878D82A}">
                    <a16:rowId xmlns:a16="http://schemas.microsoft.com/office/drawing/2014/main" val="87949927"/>
                  </a:ext>
                </a:extLst>
              </a:tr>
              <a:tr h="360468">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R w="6350" cap="flat" cmpd="sng" algn="ctr">
                      <a:solidFill>
                        <a:srgbClr val="D5CFC7"/>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D5CFC7"/>
                      </a:solidFill>
                      <a:prstDash val="solid"/>
                      <a:round/>
                      <a:headEnd type="none" w="med" len="med"/>
                      <a:tailEnd type="none" w="med" len="med"/>
                    </a:lnB>
                    <a:solidFill>
                      <a:schemeClr val="bg1"/>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L w="6350" cap="flat" cmpd="sng" algn="ctr">
                      <a:solidFill>
                        <a:srgbClr val="D5CFC7"/>
                      </a:solidFill>
                      <a:prstDash val="solid"/>
                      <a:round/>
                      <a:headEnd type="none" w="med" len="med"/>
                      <a:tailEnd type="none" w="med" len="med"/>
                    </a:lnL>
                    <a:lnR w="6350" cap="flat" cmpd="sng" algn="ctr">
                      <a:solidFill>
                        <a:srgbClr val="D5CFC7"/>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D5CFC7"/>
                      </a:solidFill>
                      <a:prstDash val="solid"/>
                      <a:round/>
                      <a:headEnd type="none" w="med" len="med"/>
                      <a:tailEnd type="none" w="med" len="med"/>
                    </a:lnB>
                    <a:solidFill>
                      <a:schemeClr val="bg1"/>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L w="6350" cap="flat" cmpd="sng" algn="ctr">
                      <a:solidFill>
                        <a:srgbClr val="D5CFC7"/>
                      </a:solidFill>
                      <a:prstDash val="solid"/>
                      <a:round/>
                      <a:headEnd type="none" w="med" len="med"/>
                      <a:tailEnd type="none" w="med" len="med"/>
                    </a:lnL>
                    <a:lnT w="12700" cap="flat" cmpd="sng" algn="ctr">
                      <a:solidFill>
                        <a:schemeClr val="tx1"/>
                      </a:solidFill>
                      <a:prstDash val="solid"/>
                      <a:round/>
                      <a:headEnd type="none" w="med" len="med"/>
                      <a:tailEnd type="none" w="med" len="med"/>
                    </a:lnT>
                    <a:lnB w="6350" cap="flat" cmpd="sng" algn="ctr">
                      <a:solidFill>
                        <a:srgbClr val="D5CFC7"/>
                      </a:solidFill>
                      <a:prstDash val="solid"/>
                      <a:round/>
                      <a:headEnd type="none" w="med" len="med"/>
                      <a:tailEnd type="none" w="med" len="med"/>
                    </a:lnB>
                    <a:solidFill>
                      <a:schemeClr val="bg1"/>
                    </a:solidFill>
                  </a:tcPr>
                </a:tc>
                <a:extLst>
                  <a:ext uri="{0D108BD9-81ED-4DB2-BD59-A6C34878D82A}">
                    <a16:rowId xmlns:a16="http://schemas.microsoft.com/office/drawing/2014/main" val="2641452904"/>
                  </a:ext>
                </a:extLst>
              </a:tr>
              <a:tr h="360468">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R w="6350" cap="flat" cmpd="sng" algn="ctr">
                      <a:solidFill>
                        <a:srgbClr val="D5CFC7"/>
                      </a:solidFill>
                      <a:prstDash val="solid"/>
                      <a:round/>
                      <a:headEnd type="none" w="med" len="med"/>
                      <a:tailEnd type="none" w="med" len="med"/>
                    </a:lnR>
                    <a:lnT w="6350" cap="flat" cmpd="sng" algn="ctr">
                      <a:solidFill>
                        <a:srgbClr val="D5CFC7"/>
                      </a:solidFill>
                      <a:prstDash val="solid"/>
                      <a:round/>
                      <a:headEnd type="none" w="med" len="med"/>
                      <a:tailEnd type="none" w="med" len="med"/>
                    </a:lnT>
                    <a:lnB w="6350" cap="flat" cmpd="sng" algn="ctr">
                      <a:solidFill>
                        <a:srgbClr val="D5CFC7"/>
                      </a:solidFill>
                      <a:prstDash val="solid"/>
                      <a:round/>
                      <a:headEnd type="none" w="med" len="med"/>
                      <a:tailEnd type="none" w="med" len="med"/>
                    </a:lnB>
                    <a:solidFill>
                      <a:schemeClr val="bg1"/>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L w="6350" cap="flat" cmpd="sng" algn="ctr">
                      <a:solidFill>
                        <a:srgbClr val="D5CFC7"/>
                      </a:solidFill>
                      <a:prstDash val="solid"/>
                      <a:round/>
                      <a:headEnd type="none" w="med" len="med"/>
                      <a:tailEnd type="none" w="med" len="med"/>
                    </a:lnL>
                    <a:lnR w="6350" cap="flat" cmpd="sng" algn="ctr">
                      <a:solidFill>
                        <a:srgbClr val="D5CFC7"/>
                      </a:solidFill>
                      <a:prstDash val="solid"/>
                      <a:round/>
                      <a:headEnd type="none" w="med" len="med"/>
                      <a:tailEnd type="none" w="med" len="med"/>
                    </a:lnR>
                    <a:lnT w="6350" cap="flat" cmpd="sng" algn="ctr">
                      <a:solidFill>
                        <a:srgbClr val="D5CFC7"/>
                      </a:solidFill>
                      <a:prstDash val="solid"/>
                      <a:round/>
                      <a:headEnd type="none" w="med" len="med"/>
                      <a:tailEnd type="none" w="med" len="med"/>
                    </a:lnT>
                    <a:lnB w="6350" cap="flat" cmpd="sng" algn="ctr">
                      <a:solidFill>
                        <a:srgbClr val="D5CFC7"/>
                      </a:solidFill>
                      <a:prstDash val="solid"/>
                      <a:round/>
                      <a:headEnd type="none" w="med" len="med"/>
                      <a:tailEnd type="none" w="med" len="med"/>
                    </a:lnB>
                    <a:solidFill>
                      <a:schemeClr val="bg1"/>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L w="6350" cap="flat" cmpd="sng" algn="ctr">
                      <a:solidFill>
                        <a:srgbClr val="D5CFC7"/>
                      </a:solidFill>
                      <a:prstDash val="solid"/>
                      <a:round/>
                      <a:headEnd type="none" w="med" len="med"/>
                      <a:tailEnd type="none" w="med" len="med"/>
                    </a:lnL>
                    <a:lnT w="6350" cap="flat" cmpd="sng" algn="ctr">
                      <a:solidFill>
                        <a:srgbClr val="D5CFC7"/>
                      </a:solidFill>
                      <a:prstDash val="solid"/>
                      <a:round/>
                      <a:headEnd type="none" w="med" len="med"/>
                      <a:tailEnd type="none" w="med" len="med"/>
                    </a:lnT>
                    <a:lnB w="6350" cap="flat" cmpd="sng" algn="ctr">
                      <a:solidFill>
                        <a:srgbClr val="D5CFC7"/>
                      </a:solidFill>
                      <a:prstDash val="solid"/>
                      <a:round/>
                      <a:headEnd type="none" w="med" len="med"/>
                      <a:tailEnd type="none" w="med" len="med"/>
                    </a:lnB>
                    <a:solidFill>
                      <a:schemeClr val="bg1"/>
                    </a:solidFill>
                  </a:tcPr>
                </a:tc>
                <a:extLst>
                  <a:ext uri="{0D108BD9-81ED-4DB2-BD59-A6C34878D82A}">
                    <a16:rowId xmlns:a16="http://schemas.microsoft.com/office/drawing/2014/main" val="1236448437"/>
                  </a:ext>
                </a:extLst>
              </a:tr>
              <a:tr h="360468">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R w="6350" cap="flat" cmpd="sng" algn="ctr">
                      <a:solidFill>
                        <a:srgbClr val="D5CFC7"/>
                      </a:solidFill>
                      <a:prstDash val="solid"/>
                      <a:round/>
                      <a:headEnd type="none" w="med" len="med"/>
                      <a:tailEnd type="none" w="med" len="med"/>
                    </a:lnR>
                    <a:lnT w="6350" cap="flat" cmpd="sng" algn="ctr">
                      <a:solidFill>
                        <a:srgbClr val="D5CFC7"/>
                      </a:solidFill>
                      <a:prstDash val="solid"/>
                      <a:round/>
                      <a:headEnd type="none" w="med" len="med"/>
                      <a:tailEnd type="none" w="med" len="med"/>
                    </a:lnT>
                    <a:lnB w="28575" cap="flat" cmpd="sng" algn="ctr">
                      <a:solidFill>
                        <a:srgbClr val="D5CFC7"/>
                      </a:solidFill>
                      <a:prstDash val="solid"/>
                      <a:round/>
                      <a:headEnd type="none" w="med" len="med"/>
                      <a:tailEnd type="none" w="med" len="med"/>
                    </a:lnB>
                    <a:solidFill>
                      <a:schemeClr val="bg1"/>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L w="6350" cap="flat" cmpd="sng" algn="ctr">
                      <a:solidFill>
                        <a:srgbClr val="D5CFC7"/>
                      </a:solidFill>
                      <a:prstDash val="solid"/>
                      <a:round/>
                      <a:headEnd type="none" w="med" len="med"/>
                      <a:tailEnd type="none" w="med" len="med"/>
                    </a:lnL>
                    <a:lnR w="6350" cap="flat" cmpd="sng" algn="ctr">
                      <a:solidFill>
                        <a:srgbClr val="D5CFC7"/>
                      </a:solidFill>
                      <a:prstDash val="solid"/>
                      <a:round/>
                      <a:headEnd type="none" w="med" len="med"/>
                      <a:tailEnd type="none" w="med" len="med"/>
                    </a:lnR>
                    <a:lnT w="6350" cap="flat" cmpd="sng" algn="ctr">
                      <a:solidFill>
                        <a:srgbClr val="D5CFC7"/>
                      </a:solidFill>
                      <a:prstDash val="solid"/>
                      <a:round/>
                      <a:headEnd type="none" w="med" len="med"/>
                      <a:tailEnd type="none" w="med" len="med"/>
                    </a:lnT>
                    <a:lnB w="28575" cap="flat" cmpd="sng" algn="ctr">
                      <a:solidFill>
                        <a:srgbClr val="D5CFC7"/>
                      </a:solidFill>
                      <a:prstDash val="solid"/>
                      <a:round/>
                      <a:headEnd type="none" w="med" len="med"/>
                      <a:tailEnd type="none" w="med" len="med"/>
                    </a:lnB>
                    <a:solidFill>
                      <a:schemeClr val="bg1"/>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L w="6350" cap="flat" cmpd="sng" algn="ctr">
                      <a:solidFill>
                        <a:srgbClr val="D5CFC7"/>
                      </a:solidFill>
                      <a:prstDash val="solid"/>
                      <a:round/>
                      <a:headEnd type="none" w="med" len="med"/>
                      <a:tailEnd type="none" w="med" len="med"/>
                    </a:lnL>
                    <a:lnT w="6350" cap="flat" cmpd="sng" algn="ctr">
                      <a:solidFill>
                        <a:srgbClr val="D5CFC7"/>
                      </a:solidFill>
                      <a:prstDash val="solid"/>
                      <a:round/>
                      <a:headEnd type="none" w="med" len="med"/>
                      <a:tailEnd type="none" w="med" len="med"/>
                    </a:lnT>
                    <a:lnB w="28575" cap="flat" cmpd="sng" algn="ctr">
                      <a:solidFill>
                        <a:srgbClr val="D5CFC7"/>
                      </a:solidFill>
                      <a:prstDash val="solid"/>
                      <a:round/>
                      <a:headEnd type="none" w="med" len="med"/>
                      <a:tailEnd type="none" w="med" len="med"/>
                    </a:lnB>
                    <a:solidFill>
                      <a:schemeClr val="bg1"/>
                    </a:solidFill>
                  </a:tcPr>
                </a:tc>
                <a:extLst>
                  <a:ext uri="{0D108BD9-81ED-4DB2-BD59-A6C34878D82A}">
                    <a16:rowId xmlns:a16="http://schemas.microsoft.com/office/drawing/2014/main" val="3686630161"/>
                  </a:ext>
                </a:extLst>
              </a:tr>
            </a:tbl>
          </a:graphicData>
        </a:graphic>
      </p:graphicFrame>
      <p:graphicFrame>
        <p:nvGraphicFramePr>
          <p:cNvPr id="34" name="Table 6">
            <a:extLst>
              <a:ext uri="{FF2B5EF4-FFF2-40B4-BE49-F238E27FC236}">
                <a16:creationId xmlns:a16="http://schemas.microsoft.com/office/drawing/2014/main" id="{FF75B663-2056-0D61-28B4-6C5D4326155D}"/>
              </a:ext>
            </a:extLst>
          </p:cNvPr>
          <p:cNvGraphicFramePr>
            <a:graphicFrameLocks/>
          </p:cNvGraphicFramePr>
          <p:nvPr>
            <p:extLst>
              <p:ext uri="{D42A27DB-BD31-4B8C-83A1-F6EECF244321}">
                <p14:modId xmlns:p14="http://schemas.microsoft.com/office/powerpoint/2010/main" val="1898364517"/>
              </p:ext>
            </p:extLst>
          </p:nvPr>
        </p:nvGraphicFramePr>
        <p:xfrm>
          <a:off x="4425200" y="1108710"/>
          <a:ext cx="3432174" cy="1609344"/>
        </p:xfrm>
        <a:graphic>
          <a:graphicData uri="http://schemas.openxmlformats.org/drawingml/2006/table">
            <a:tbl>
              <a:tblPr firstRow="1" bandRow="1">
                <a:tableStyleId>{91EBBBCC-DAD2-459C-BE2E-F6DE35CF9A28}</a:tableStyleId>
              </a:tblPr>
              <a:tblGrid>
                <a:gridCol w="1144058">
                  <a:extLst>
                    <a:ext uri="{9D8B030D-6E8A-4147-A177-3AD203B41FA5}">
                      <a16:colId xmlns:a16="http://schemas.microsoft.com/office/drawing/2014/main" val="4250254735"/>
                    </a:ext>
                  </a:extLst>
                </a:gridCol>
                <a:gridCol w="1144058">
                  <a:extLst>
                    <a:ext uri="{9D8B030D-6E8A-4147-A177-3AD203B41FA5}">
                      <a16:colId xmlns:a16="http://schemas.microsoft.com/office/drawing/2014/main" val="1353373369"/>
                    </a:ext>
                  </a:extLst>
                </a:gridCol>
                <a:gridCol w="1144058">
                  <a:extLst>
                    <a:ext uri="{9D8B030D-6E8A-4147-A177-3AD203B41FA5}">
                      <a16:colId xmlns:a16="http://schemas.microsoft.com/office/drawing/2014/main" val="2030529559"/>
                    </a:ext>
                  </a:extLst>
                </a:gridCol>
              </a:tblGrid>
              <a:tr h="373836">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6E2D5"/>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49"/>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6E2D5"/>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49"/>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6E2D5"/>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49"/>
                    </a:solidFill>
                  </a:tcPr>
                </a:tc>
                <a:extLst>
                  <a:ext uri="{0D108BD9-81ED-4DB2-BD59-A6C34878D82A}">
                    <a16:rowId xmlns:a16="http://schemas.microsoft.com/office/drawing/2014/main" val="87949927"/>
                  </a:ext>
                </a:extLst>
              </a:tr>
              <a:tr h="373836">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6E2D5"/>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6E2D5"/>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6E2D5"/>
                    </a:solidFill>
                  </a:tcPr>
                </a:tc>
                <a:extLst>
                  <a:ext uri="{0D108BD9-81ED-4DB2-BD59-A6C34878D82A}">
                    <a16:rowId xmlns:a16="http://schemas.microsoft.com/office/drawing/2014/main" val="2641452904"/>
                  </a:ext>
                </a:extLst>
              </a:tr>
              <a:tr h="373836">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extLst>
                  <a:ext uri="{0D108BD9-81ED-4DB2-BD59-A6C34878D82A}">
                    <a16:rowId xmlns:a16="http://schemas.microsoft.com/office/drawing/2014/main" val="1236448437"/>
                  </a:ext>
                </a:extLst>
              </a:tr>
              <a:tr h="373836">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6E2D5"/>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6E2D5"/>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rPr>
                        <a:t>Lorem</a:t>
                      </a: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6E2D5"/>
                    </a:solidFill>
                  </a:tcPr>
                </a:tc>
                <a:extLst>
                  <a:ext uri="{0D108BD9-81ED-4DB2-BD59-A6C34878D82A}">
                    <a16:rowId xmlns:a16="http://schemas.microsoft.com/office/drawing/2014/main" val="736755564"/>
                  </a:ext>
                </a:extLst>
              </a:tr>
            </a:tbl>
          </a:graphicData>
        </a:graphic>
      </p:graphicFrame>
      <p:graphicFrame>
        <p:nvGraphicFramePr>
          <p:cNvPr id="35" name="Table 6">
            <a:extLst>
              <a:ext uri="{FF2B5EF4-FFF2-40B4-BE49-F238E27FC236}">
                <a16:creationId xmlns:a16="http://schemas.microsoft.com/office/drawing/2014/main" id="{856D93EC-D5BB-9352-90ED-281E96B33CEB}"/>
              </a:ext>
            </a:extLst>
          </p:cNvPr>
          <p:cNvGraphicFramePr>
            <a:graphicFrameLocks/>
          </p:cNvGraphicFramePr>
          <p:nvPr>
            <p:extLst>
              <p:ext uri="{D42A27DB-BD31-4B8C-83A1-F6EECF244321}">
                <p14:modId xmlns:p14="http://schemas.microsoft.com/office/powerpoint/2010/main" val="170583645"/>
              </p:ext>
            </p:extLst>
          </p:nvPr>
        </p:nvGraphicFramePr>
        <p:xfrm>
          <a:off x="8231390" y="694944"/>
          <a:ext cx="3432174" cy="2023110"/>
        </p:xfrm>
        <a:graphic>
          <a:graphicData uri="http://schemas.openxmlformats.org/drawingml/2006/table">
            <a:tbl>
              <a:tblPr firstRow="1" bandRow="1">
                <a:tableStyleId>{91EBBBCC-DAD2-459C-BE2E-F6DE35CF9A28}</a:tableStyleId>
              </a:tblPr>
              <a:tblGrid>
                <a:gridCol w="1144058">
                  <a:extLst>
                    <a:ext uri="{9D8B030D-6E8A-4147-A177-3AD203B41FA5}">
                      <a16:colId xmlns:a16="http://schemas.microsoft.com/office/drawing/2014/main" val="4250254735"/>
                    </a:ext>
                  </a:extLst>
                </a:gridCol>
                <a:gridCol w="1144058">
                  <a:extLst>
                    <a:ext uri="{9D8B030D-6E8A-4147-A177-3AD203B41FA5}">
                      <a16:colId xmlns:a16="http://schemas.microsoft.com/office/drawing/2014/main" val="1353373369"/>
                    </a:ext>
                  </a:extLst>
                </a:gridCol>
                <a:gridCol w="1144058">
                  <a:extLst>
                    <a:ext uri="{9D8B030D-6E8A-4147-A177-3AD203B41FA5}">
                      <a16:colId xmlns:a16="http://schemas.microsoft.com/office/drawing/2014/main" val="2030529559"/>
                    </a:ext>
                  </a:extLst>
                </a:gridCol>
              </a:tblGrid>
              <a:tr h="373836">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275" b="1" i="0" u="none" strike="noStrike" kern="1200" cap="none" spc="0" normalizeH="0" baseline="0" noProof="0">
                        <a:ln>
                          <a:noFill/>
                        </a:ln>
                        <a:solidFill>
                          <a:srgbClr val="FFFFFF"/>
                        </a:solidFill>
                        <a:effectLst/>
                        <a:uLnTx/>
                        <a:uFillTx/>
                        <a:latin typeface="+mn-lt"/>
                        <a:ea typeface="+mn-ea"/>
                        <a:cs typeface="+mn-cs"/>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49"/>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49"/>
                    </a:solidFill>
                  </a:tcPr>
                </a:tc>
                <a:extLst>
                  <a:ext uri="{0D108BD9-81ED-4DB2-BD59-A6C34878D82A}">
                    <a16:rowId xmlns:a16="http://schemas.microsoft.com/office/drawing/2014/main" val="3430042905"/>
                  </a:ext>
                </a:extLst>
              </a:tr>
              <a:tr h="373836">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6E2D5"/>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49"/>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6E2D5"/>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6E2D5"/>
                    </a:solidFill>
                  </a:tcPr>
                </a:tc>
                <a:extLst>
                  <a:ext uri="{0D108BD9-81ED-4DB2-BD59-A6C34878D82A}">
                    <a16:rowId xmlns:a16="http://schemas.microsoft.com/office/drawing/2014/main" val="87949927"/>
                  </a:ext>
                </a:extLst>
              </a:tr>
              <a:tr h="373836">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6E2D5"/>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49"/>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extLst>
                  <a:ext uri="{0D108BD9-81ED-4DB2-BD59-A6C34878D82A}">
                    <a16:rowId xmlns:a16="http://schemas.microsoft.com/office/drawing/2014/main" val="2641452904"/>
                  </a:ext>
                </a:extLst>
              </a:tr>
              <a:tr h="373836">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6E2D5"/>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49"/>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6E2D5"/>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6E2D5"/>
                    </a:solidFill>
                  </a:tcPr>
                </a:tc>
                <a:extLst>
                  <a:ext uri="{0D108BD9-81ED-4DB2-BD59-A6C34878D82A}">
                    <a16:rowId xmlns:a16="http://schemas.microsoft.com/office/drawing/2014/main" val="1236448437"/>
                  </a:ext>
                </a:extLst>
              </a:tr>
              <a:tr h="373836">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6E2D5"/>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E6E2D5"/>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49"/>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3349"/>
                          </a:solidFill>
                          <a:effectLst/>
                          <a:uLnTx/>
                          <a:uFillTx/>
                          <a:latin typeface="Arial" panose="020B0604020202020204" pitchFamily="34" charset="0"/>
                          <a:cs typeface="Arial" panose="020B0604020202020204" pitchFamily="34" charset="0"/>
                        </a:rPr>
                        <a:t>Lorem</a:t>
                      </a:r>
                      <a:endParaRPr kumimoji="0" lang="en-US" sz="1200" b="0" i="0" u="none" strike="noStrike" kern="1200" cap="none" spc="0" normalizeH="0" baseline="0" noProof="0">
                        <a:ln>
                          <a:noFill/>
                        </a:ln>
                        <a:solidFill>
                          <a:srgbClr val="003349"/>
                        </a:solidFill>
                        <a:effectLst/>
                        <a:uLnTx/>
                        <a:uFillTx/>
                        <a:latin typeface="Arial" panose="020B0604020202020204" pitchFamily="34" charset="0"/>
                        <a:ea typeface="+mn-ea"/>
                        <a:cs typeface="Arial" panose="020B0604020202020204" pitchFamily="34" charset="0"/>
                      </a:endParaRPr>
                    </a:p>
                  </a:txBody>
                  <a:tcPr marL="109728" marR="109728"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5CFC7"/>
                    </a:solidFill>
                  </a:tcPr>
                </a:tc>
                <a:extLst>
                  <a:ext uri="{0D108BD9-81ED-4DB2-BD59-A6C34878D82A}">
                    <a16:rowId xmlns:a16="http://schemas.microsoft.com/office/drawing/2014/main" val="1114359792"/>
                  </a:ext>
                </a:extLst>
              </a:tr>
            </a:tbl>
          </a:graphicData>
        </a:graphic>
      </p:graphicFrame>
      <p:sp>
        <p:nvSpPr>
          <p:cNvPr id="36" name="TextBox 35">
            <a:extLst>
              <a:ext uri="{FF2B5EF4-FFF2-40B4-BE49-F238E27FC236}">
                <a16:creationId xmlns:a16="http://schemas.microsoft.com/office/drawing/2014/main" id="{53AA0A4F-081A-10D4-0447-5691FB3B7A5D}"/>
              </a:ext>
            </a:extLst>
          </p:cNvPr>
          <p:cNvSpPr txBox="1"/>
          <p:nvPr/>
        </p:nvSpPr>
        <p:spPr>
          <a:xfrm>
            <a:off x="838200" y="346768"/>
            <a:ext cx="3438939" cy="276999"/>
          </a:xfrm>
          <a:prstGeom prst="rect">
            <a:avLst/>
          </a:prstGeom>
          <a:noFill/>
        </p:spPr>
        <p:txBody>
          <a:bodyPr wrap="square" rtlCol="0">
            <a:spAutoFit/>
          </a:bodyPr>
          <a:lstStyle/>
          <a:p>
            <a:r>
              <a:rPr lang="en-US" sz="1200" b="1" spc="200">
                <a:solidFill>
                  <a:srgbClr val="003349"/>
                </a:solidFill>
                <a:latin typeface="Arial" panose="020B0604020202020204" pitchFamily="34" charset="0"/>
                <a:cs typeface="Arial" panose="020B0604020202020204" pitchFamily="34" charset="0"/>
              </a:rPr>
              <a:t>CHARTS AND TABLES</a:t>
            </a:r>
          </a:p>
        </p:txBody>
      </p:sp>
    </p:spTree>
    <p:extLst>
      <p:ext uri="{BB962C8B-B14F-4D97-AF65-F5344CB8AC3E}">
        <p14:creationId xmlns:p14="http://schemas.microsoft.com/office/powerpoint/2010/main" val="4050236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6760763B-D69F-85E3-4405-F9303822C1C0}"/>
              </a:ext>
            </a:extLst>
          </p:cNvPr>
          <p:cNvGraphicFramePr/>
          <p:nvPr>
            <p:extLst>
              <p:ext uri="{D42A27DB-BD31-4B8C-83A1-F6EECF244321}">
                <p14:modId xmlns:p14="http://schemas.microsoft.com/office/powerpoint/2010/main" val="3846769712"/>
              </p:ext>
            </p:extLst>
          </p:nvPr>
        </p:nvGraphicFramePr>
        <p:xfrm>
          <a:off x="5514572" y="775252"/>
          <a:ext cx="5336734" cy="4996668"/>
        </p:xfrm>
        <a:graphic>
          <a:graphicData uri="http://schemas.openxmlformats.org/drawingml/2006/chart">
            <c:chart xmlns:c="http://schemas.openxmlformats.org/drawingml/2006/chart" xmlns:r="http://schemas.openxmlformats.org/officeDocument/2006/relationships" r:id="rId2"/>
          </a:graphicData>
        </a:graphic>
      </p:graphicFrame>
      <p:sp>
        <p:nvSpPr>
          <p:cNvPr id="3" name="Title 4">
            <a:extLst>
              <a:ext uri="{FF2B5EF4-FFF2-40B4-BE49-F238E27FC236}">
                <a16:creationId xmlns:a16="http://schemas.microsoft.com/office/drawing/2014/main" id="{18E3EC2D-4A66-053E-375C-A083908B6DD7}"/>
              </a:ext>
            </a:extLst>
          </p:cNvPr>
          <p:cNvSpPr txBox="1">
            <a:spLocks/>
          </p:cNvSpPr>
          <p:nvPr/>
        </p:nvSpPr>
        <p:spPr>
          <a:xfrm>
            <a:off x="838200" y="1675803"/>
            <a:ext cx="4676372" cy="915436"/>
          </a:xfrm>
          <a:prstGeom prst="rect">
            <a:avLst/>
          </a:prstGeom>
        </p:spPr>
        <p:txBody>
          <a:bodyPr/>
          <a:lstStyle>
            <a:lvl1pPr algn="l" defTabSz="914400" rtl="0" eaLnBrk="1" latinLnBrk="0" hangingPunct="1">
              <a:lnSpc>
                <a:spcPct val="90000"/>
              </a:lnSpc>
              <a:spcBef>
                <a:spcPct val="0"/>
              </a:spcBef>
              <a:buNone/>
              <a:defRPr sz="4400" b="1" kern="1200">
                <a:solidFill>
                  <a:srgbClr val="003349"/>
                </a:solidFill>
                <a:latin typeface="Georgia" panose="02040502050405020303" pitchFamily="18" charset="0"/>
                <a:ea typeface="+mj-ea"/>
                <a:cs typeface="+mj-cs"/>
              </a:defRPr>
            </a:lvl1pPr>
          </a:lstStyle>
          <a:p>
            <a:r>
              <a:rPr lang="en-US" sz="2700"/>
              <a:t>Sample Headline</a:t>
            </a:r>
          </a:p>
        </p:txBody>
      </p:sp>
      <p:sp>
        <p:nvSpPr>
          <p:cNvPr id="4" name="TextBox 3">
            <a:extLst>
              <a:ext uri="{FF2B5EF4-FFF2-40B4-BE49-F238E27FC236}">
                <a16:creationId xmlns:a16="http://schemas.microsoft.com/office/drawing/2014/main" id="{42F13F79-28B1-6E55-3F6B-0D4692583D18}"/>
              </a:ext>
            </a:extLst>
          </p:cNvPr>
          <p:cNvSpPr txBox="1"/>
          <p:nvPr/>
        </p:nvSpPr>
        <p:spPr>
          <a:xfrm>
            <a:off x="838200" y="346768"/>
            <a:ext cx="3438939" cy="276999"/>
          </a:xfrm>
          <a:prstGeom prst="rect">
            <a:avLst/>
          </a:prstGeom>
          <a:noFill/>
        </p:spPr>
        <p:txBody>
          <a:bodyPr wrap="square" rtlCol="0">
            <a:spAutoFit/>
          </a:bodyPr>
          <a:lstStyle/>
          <a:p>
            <a:r>
              <a:rPr lang="en-US" sz="1200" b="1" spc="200">
                <a:solidFill>
                  <a:srgbClr val="003349"/>
                </a:solidFill>
                <a:latin typeface="Arial" panose="020B0604020202020204" pitchFamily="34" charset="0"/>
                <a:cs typeface="Arial" panose="020B0604020202020204" pitchFamily="34" charset="0"/>
              </a:rPr>
              <a:t>SAMPLE CALL OUT</a:t>
            </a:r>
          </a:p>
        </p:txBody>
      </p:sp>
      <p:sp>
        <p:nvSpPr>
          <p:cNvPr id="5" name="Text Placeholder 2">
            <a:extLst>
              <a:ext uri="{FF2B5EF4-FFF2-40B4-BE49-F238E27FC236}">
                <a16:creationId xmlns:a16="http://schemas.microsoft.com/office/drawing/2014/main" id="{B49B534E-361F-C702-61AB-CA590CFEA4C0}"/>
              </a:ext>
            </a:extLst>
          </p:cNvPr>
          <p:cNvSpPr txBox="1">
            <a:spLocks/>
          </p:cNvSpPr>
          <p:nvPr/>
        </p:nvSpPr>
        <p:spPr>
          <a:xfrm>
            <a:off x="838200" y="2336369"/>
            <a:ext cx="4572000" cy="27470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Lorem ipsum dolor sit amet, consectetuer adipiscing elit. Maecenas </a:t>
            </a:r>
            <a:r>
              <a:rPr lang="en-US" sz="1400" dirty="0" err="1"/>
              <a:t>porttitor</a:t>
            </a:r>
            <a:r>
              <a:rPr lang="en-US" sz="1400" dirty="0"/>
              <a:t> </a:t>
            </a:r>
            <a:r>
              <a:rPr lang="en-US" sz="1400" dirty="0" err="1"/>
              <a:t>congue</a:t>
            </a:r>
            <a:r>
              <a:rPr lang="en-US" sz="1400" dirty="0"/>
              <a:t> </a:t>
            </a:r>
            <a:r>
              <a:rPr lang="en-US" sz="1400" dirty="0" err="1"/>
              <a:t>massa</a:t>
            </a:r>
            <a:r>
              <a:rPr lang="en-US" sz="1400" dirty="0"/>
              <a:t>. </a:t>
            </a:r>
            <a:r>
              <a:rPr lang="en-US" sz="1400" dirty="0" err="1"/>
              <a:t>Fusce</a:t>
            </a:r>
            <a:r>
              <a:rPr lang="en-US" sz="1400" dirty="0"/>
              <a:t> </a:t>
            </a:r>
            <a:r>
              <a:rPr lang="en-US" sz="1400" dirty="0" err="1"/>
              <a:t>posuere</a:t>
            </a:r>
            <a:r>
              <a:rPr lang="en-US" sz="1400" dirty="0"/>
              <a:t>, magna sed pulvinar </a:t>
            </a:r>
            <a:r>
              <a:rPr lang="en-US" sz="1400" dirty="0" err="1"/>
              <a:t>ultricies</a:t>
            </a:r>
            <a:r>
              <a:rPr lang="en-US" sz="1400" dirty="0"/>
              <a:t>, </a:t>
            </a:r>
            <a:r>
              <a:rPr lang="en-US" sz="1400" dirty="0" err="1"/>
              <a:t>purus</a:t>
            </a:r>
            <a:r>
              <a:rPr lang="en-US" sz="1400" dirty="0"/>
              <a:t> </a:t>
            </a:r>
            <a:r>
              <a:rPr lang="en-US" sz="1400" dirty="0" err="1"/>
              <a:t>lectus</a:t>
            </a:r>
            <a:r>
              <a:rPr lang="en-US" sz="1400" dirty="0"/>
              <a:t> </a:t>
            </a:r>
            <a:r>
              <a:rPr lang="en-US" sz="1400" dirty="0" err="1"/>
              <a:t>malesuada</a:t>
            </a:r>
            <a:r>
              <a:rPr lang="en-US" sz="1400" dirty="0"/>
              <a:t> libero, sit amet </a:t>
            </a:r>
            <a:r>
              <a:rPr lang="en-US" sz="1400" dirty="0" err="1"/>
              <a:t>commodo</a:t>
            </a:r>
            <a:r>
              <a:rPr lang="en-US" sz="1400" dirty="0"/>
              <a:t> magna eros quis </a:t>
            </a:r>
            <a:r>
              <a:rPr lang="en-US" sz="1400" dirty="0" err="1"/>
              <a:t>urna</a:t>
            </a:r>
            <a:r>
              <a:rPr lang="en-US" sz="1400" dirty="0"/>
              <a:t>.</a:t>
            </a:r>
          </a:p>
          <a:p>
            <a:r>
              <a:rPr lang="en-US" sz="1400" dirty="0"/>
              <a:t>Nunc </a:t>
            </a:r>
            <a:r>
              <a:rPr lang="en-US" sz="1400" dirty="0" err="1"/>
              <a:t>viverra</a:t>
            </a:r>
            <a:r>
              <a:rPr lang="en-US" sz="1400" dirty="0"/>
              <a:t> </a:t>
            </a:r>
            <a:r>
              <a:rPr lang="en-US" sz="1400" dirty="0" err="1"/>
              <a:t>imperdiet</a:t>
            </a:r>
            <a:r>
              <a:rPr lang="en-US" sz="1400" dirty="0"/>
              <a:t> enim. </a:t>
            </a:r>
            <a:r>
              <a:rPr lang="en-US" sz="1400" dirty="0" err="1"/>
              <a:t>Fusce</a:t>
            </a:r>
            <a:r>
              <a:rPr lang="en-US" sz="1400" dirty="0"/>
              <a:t> est. </a:t>
            </a:r>
            <a:r>
              <a:rPr lang="en-US" sz="1400" dirty="0" err="1"/>
              <a:t>Vivamus</a:t>
            </a:r>
            <a:r>
              <a:rPr lang="en-US" sz="1400" dirty="0"/>
              <a:t> a </a:t>
            </a:r>
            <a:r>
              <a:rPr lang="en-US" sz="1400" dirty="0" err="1"/>
              <a:t>tellus</a:t>
            </a:r>
            <a:r>
              <a:rPr lang="en-US" sz="1400" dirty="0"/>
              <a:t>.</a:t>
            </a:r>
          </a:p>
          <a:p>
            <a:r>
              <a:rPr lang="en-US" sz="1400" dirty="0" err="1"/>
              <a:t>Pellentesque</a:t>
            </a:r>
            <a:r>
              <a:rPr lang="en-US" sz="1400" dirty="0"/>
              <a:t> habitant </a:t>
            </a:r>
            <a:r>
              <a:rPr lang="en-US" sz="1400" dirty="0" err="1"/>
              <a:t>morbi</a:t>
            </a:r>
            <a:r>
              <a:rPr lang="en-US" sz="1400" dirty="0"/>
              <a:t> </a:t>
            </a:r>
            <a:r>
              <a:rPr lang="en-US" sz="1400" dirty="0" err="1"/>
              <a:t>tristique</a:t>
            </a:r>
            <a:r>
              <a:rPr lang="en-US" sz="1400" dirty="0"/>
              <a:t> </a:t>
            </a:r>
            <a:r>
              <a:rPr lang="en-US" sz="1400" dirty="0" err="1"/>
              <a:t>senectus</a:t>
            </a:r>
            <a:r>
              <a:rPr lang="en-US" sz="1400" dirty="0"/>
              <a:t> et </a:t>
            </a:r>
            <a:r>
              <a:rPr lang="en-US" sz="1400" dirty="0" err="1"/>
              <a:t>netus</a:t>
            </a:r>
            <a:r>
              <a:rPr lang="en-US" sz="1400" dirty="0"/>
              <a:t> et </a:t>
            </a:r>
            <a:r>
              <a:rPr lang="en-US" sz="1400" dirty="0" err="1"/>
              <a:t>malesuada</a:t>
            </a:r>
            <a:r>
              <a:rPr lang="en-US" sz="1400" dirty="0"/>
              <a:t> fames ac </a:t>
            </a:r>
            <a:r>
              <a:rPr lang="en-US" sz="1400" dirty="0" err="1"/>
              <a:t>turpis</a:t>
            </a:r>
            <a:r>
              <a:rPr lang="en-US" sz="1400" dirty="0"/>
              <a:t> </a:t>
            </a:r>
            <a:r>
              <a:rPr lang="en-US" sz="1400" dirty="0" err="1"/>
              <a:t>egestas</a:t>
            </a:r>
            <a:r>
              <a:rPr lang="en-US" sz="1400" dirty="0"/>
              <a:t>. Proin pharetra nonummy </a:t>
            </a:r>
            <a:r>
              <a:rPr lang="en-US" sz="1400" dirty="0" err="1"/>
              <a:t>pede</a:t>
            </a:r>
            <a:r>
              <a:rPr lang="en-US" sz="1400" dirty="0"/>
              <a:t>. Mauris et </a:t>
            </a:r>
            <a:r>
              <a:rPr lang="en-US" sz="1400" dirty="0" err="1"/>
              <a:t>orci</a:t>
            </a:r>
            <a:r>
              <a:rPr lang="en-US" sz="1400" dirty="0"/>
              <a:t>.</a:t>
            </a:r>
          </a:p>
          <a:p>
            <a:endParaRPr lang="en-US" dirty="0"/>
          </a:p>
        </p:txBody>
      </p:sp>
      <p:sp>
        <p:nvSpPr>
          <p:cNvPr id="6" name="Text Placeholder 5">
            <a:extLst>
              <a:ext uri="{FF2B5EF4-FFF2-40B4-BE49-F238E27FC236}">
                <a16:creationId xmlns:a16="http://schemas.microsoft.com/office/drawing/2014/main" id="{856B78A8-C57F-84FD-8891-0870F0E95B5D}"/>
              </a:ext>
            </a:extLst>
          </p:cNvPr>
          <p:cNvSpPr>
            <a:spLocks noGrp="1"/>
          </p:cNvSpPr>
          <p:nvPr>
            <p:ph type="body" sz="quarter" idx="10"/>
          </p:nvPr>
        </p:nvSpPr>
        <p:spPr/>
        <p:txBody>
          <a:bodyPr>
            <a:normAutofit/>
          </a:bodyPr>
          <a:lstStyle/>
          <a:p>
            <a:pPr marL="0" indent="0">
              <a:buNone/>
            </a:pPr>
            <a:r>
              <a:rPr lang="en-US"/>
              <a:t>SAMPLE PRESENTATION TITLE</a:t>
            </a:r>
          </a:p>
        </p:txBody>
      </p:sp>
      <p:sp>
        <p:nvSpPr>
          <p:cNvPr id="7" name="Text Placeholder 6">
            <a:extLst>
              <a:ext uri="{FF2B5EF4-FFF2-40B4-BE49-F238E27FC236}">
                <a16:creationId xmlns:a16="http://schemas.microsoft.com/office/drawing/2014/main" id="{015DE0BE-B759-0EB2-35C0-C15C8EF412AF}"/>
              </a:ext>
            </a:extLst>
          </p:cNvPr>
          <p:cNvSpPr>
            <a:spLocks noGrp="1"/>
          </p:cNvSpPr>
          <p:nvPr>
            <p:ph type="body" sz="quarter" idx="11"/>
          </p:nvPr>
        </p:nvSpPr>
        <p:spPr/>
        <p:txBody>
          <a:bodyPr>
            <a:normAutofit/>
          </a:bodyPr>
          <a:lstStyle/>
          <a:p>
            <a:pPr marL="0" indent="0">
              <a:buNone/>
            </a:pPr>
            <a:fld id="{D1562029-3E4D-534E-A677-DF14540A186B}" type="slidenum">
              <a:rPr lang="en-US" smtClean="0"/>
              <a:pPr marL="0" indent="0">
                <a:buNone/>
              </a:pPr>
              <a:t>25</a:t>
            </a:fld>
            <a:endParaRPr lang="en-US"/>
          </a:p>
        </p:txBody>
      </p:sp>
    </p:spTree>
    <p:extLst>
      <p:ext uri="{BB962C8B-B14F-4D97-AF65-F5344CB8AC3E}">
        <p14:creationId xmlns:p14="http://schemas.microsoft.com/office/powerpoint/2010/main" val="2329321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17061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23BE7-6493-058F-B007-F6743864F5D7}"/>
              </a:ext>
            </a:extLst>
          </p:cNvPr>
          <p:cNvSpPr>
            <a:spLocks noGrp="1"/>
          </p:cNvSpPr>
          <p:nvPr>
            <p:ph type="title"/>
          </p:nvPr>
        </p:nvSpPr>
        <p:spPr/>
        <p:txBody>
          <a:bodyPr/>
          <a:lstStyle/>
          <a:p>
            <a:r>
              <a:rPr lang="en-US"/>
              <a:t>Portfolio of Brands</a:t>
            </a:r>
          </a:p>
        </p:txBody>
      </p:sp>
      <p:sp>
        <p:nvSpPr>
          <p:cNvPr id="3" name="Text Placeholder 2">
            <a:extLst>
              <a:ext uri="{FF2B5EF4-FFF2-40B4-BE49-F238E27FC236}">
                <a16:creationId xmlns:a16="http://schemas.microsoft.com/office/drawing/2014/main" id="{922C6230-80AC-B2DF-12B7-406DF984EC11}"/>
              </a:ext>
            </a:extLst>
          </p:cNvPr>
          <p:cNvSpPr>
            <a:spLocks noGrp="1"/>
          </p:cNvSpPr>
          <p:nvPr>
            <p:ph type="body" sz="quarter" idx="10"/>
          </p:nvPr>
        </p:nvSpPr>
        <p:spPr/>
        <p:txBody>
          <a:bodyPr>
            <a:normAutofit/>
          </a:bodyPr>
          <a:lstStyle/>
          <a:p>
            <a:r>
              <a:rPr lang="en-US"/>
              <a:t>SAMPLE PRESENTATION TITLE</a:t>
            </a:r>
          </a:p>
        </p:txBody>
      </p:sp>
      <p:sp>
        <p:nvSpPr>
          <p:cNvPr id="4" name="Text Placeholder 3">
            <a:extLst>
              <a:ext uri="{FF2B5EF4-FFF2-40B4-BE49-F238E27FC236}">
                <a16:creationId xmlns:a16="http://schemas.microsoft.com/office/drawing/2014/main" id="{794DF228-C2F9-150B-0B41-7BDE9DAB4857}"/>
              </a:ext>
            </a:extLst>
          </p:cNvPr>
          <p:cNvSpPr>
            <a:spLocks noGrp="1"/>
          </p:cNvSpPr>
          <p:nvPr>
            <p:ph type="body" sz="quarter" idx="11"/>
          </p:nvPr>
        </p:nvSpPr>
        <p:spPr/>
        <p:txBody>
          <a:bodyPr>
            <a:normAutofit/>
          </a:bodyPr>
          <a:lstStyle/>
          <a:p>
            <a:fld id="{F4924817-37C0-5247-AA7C-6D0A74268982}" type="slidenum">
              <a:rPr lang="en-US" smtClean="0"/>
              <a:t>27</a:t>
            </a:fld>
            <a:endParaRPr lang="en-US"/>
          </a:p>
        </p:txBody>
      </p:sp>
    </p:spTree>
    <p:extLst>
      <p:ext uri="{BB962C8B-B14F-4D97-AF65-F5344CB8AC3E}">
        <p14:creationId xmlns:p14="http://schemas.microsoft.com/office/powerpoint/2010/main" val="2340120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038401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B783C5-B17B-FDD0-A26C-03C096263416}"/>
              </a:ext>
            </a:extLst>
          </p:cNvPr>
          <p:cNvSpPr>
            <a:spLocks noGrp="1"/>
          </p:cNvSpPr>
          <p:nvPr>
            <p:ph type="ctrTitle"/>
          </p:nvPr>
        </p:nvSpPr>
        <p:spPr/>
        <p:txBody>
          <a:bodyPr/>
          <a:lstStyle/>
          <a:p>
            <a:r>
              <a:rPr lang="en-US"/>
              <a:t>Sample Presentation Title</a:t>
            </a:r>
          </a:p>
        </p:txBody>
      </p:sp>
      <p:sp>
        <p:nvSpPr>
          <p:cNvPr id="5" name="Subtitle 4">
            <a:extLst>
              <a:ext uri="{FF2B5EF4-FFF2-40B4-BE49-F238E27FC236}">
                <a16:creationId xmlns:a16="http://schemas.microsoft.com/office/drawing/2014/main" id="{A73BAE1A-834B-AEBE-E6C6-6550EC8236C1}"/>
              </a:ext>
            </a:extLst>
          </p:cNvPr>
          <p:cNvSpPr>
            <a:spLocks noGrp="1"/>
          </p:cNvSpPr>
          <p:nvPr>
            <p:ph type="subTitle" idx="1"/>
          </p:nvPr>
        </p:nvSpPr>
        <p:spPr/>
        <p:txBody>
          <a:bodyPr/>
          <a:lstStyle/>
          <a:p>
            <a:r>
              <a:rPr lang="en-US"/>
              <a:t>JULY 8, 2025</a:t>
            </a:r>
          </a:p>
        </p:txBody>
      </p:sp>
      <p:sp>
        <p:nvSpPr>
          <p:cNvPr id="2" name="Rectangle 1">
            <a:extLst>
              <a:ext uri="{FF2B5EF4-FFF2-40B4-BE49-F238E27FC236}">
                <a16:creationId xmlns:a16="http://schemas.microsoft.com/office/drawing/2014/main" id="{E7E7752E-D00F-4128-D422-8098C10D5F62}"/>
              </a:ext>
            </a:extLst>
          </p:cNvPr>
          <p:cNvSpPr/>
          <p:nvPr/>
        </p:nvSpPr>
        <p:spPr>
          <a:xfrm>
            <a:off x="10886" y="446315"/>
            <a:ext cx="5769429" cy="1807030"/>
          </a:xfrm>
          <a:prstGeom prst="rect">
            <a:avLst/>
          </a:prstGeom>
          <a:solidFill>
            <a:schemeClr val="bg2"/>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Joybird Cover Only. </a:t>
            </a:r>
          </a:p>
          <a:p>
            <a:pPr algn="ctr"/>
            <a:endParaRPr lang="en-US" b="1" dirty="0">
              <a:solidFill>
                <a:schemeClr val="tx1"/>
              </a:solidFill>
              <a:latin typeface="Arial" panose="020B0604020202020204" pitchFamily="34" charset="0"/>
              <a:cs typeface="Arial" panose="020B0604020202020204" pitchFamily="34" charset="0"/>
            </a:endParaRPr>
          </a:p>
          <a:p>
            <a:pPr algn="ctr"/>
            <a:r>
              <a:rPr lang="en-US" b="1" dirty="0">
                <a:solidFill>
                  <a:schemeClr val="tx1"/>
                </a:solidFill>
                <a:latin typeface="Arial" panose="020B0604020202020204" pitchFamily="34" charset="0"/>
                <a:cs typeface="Arial" panose="020B0604020202020204" pitchFamily="34" charset="0"/>
              </a:rPr>
              <a:t>Do not use for La-Z-Boy Incorporated or England.</a:t>
            </a:r>
          </a:p>
          <a:p>
            <a:pPr algn="ctr"/>
            <a:endParaRPr lang="en-US" b="1" dirty="0">
              <a:solidFill>
                <a:schemeClr val="tx1"/>
              </a:solidFill>
              <a:latin typeface="Arial" panose="020B0604020202020204" pitchFamily="34" charset="0"/>
              <a:cs typeface="Arial" panose="020B0604020202020204" pitchFamily="34" charset="0"/>
            </a:endParaRPr>
          </a:p>
          <a:p>
            <a:pPr algn="ctr"/>
            <a:r>
              <a:rPr lang="en-US" sz="2800" b="1" dirty="0">
                <a:solidFill>
                  <a:schemeClr val="tx1"/>
                </a:solidFill>
                <a:latin typeface="Arial" panose="020B0604020202020204" pitchFamily="34" charset="0"/>
                <a:cs typeface="Arial" panose="020B0604020202020204" pitchFamily="34" charset="0"/>
              </a:rPr>
              <a:t>DELETE BOX BEFORE USING.</a:t>
            </a:r>
          </a:p>
        </p:txBody>
      </p:sp>
    </p:spTree>
    <p:extLst>
      <p:ext uri="{BB962C8B-B14F-4D97-AF65-F5344CB8AC3E}">
        <p14:creationId xmlns:p14="http://schemas.microsoft.com/office/powerpoint/2010/main" val="10548363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69DDC-D362-FCA5-151B-4CB6C1E3B247}"/>
              </a:ext>
            </a:extLst>
          </p:cNvPr>
          <p:cNvSpPr>
            <a:spLocks noGrp="1"/>
          </p:cNvSpPr>
          <p:nvPr>
            <p:ph type="title"/>
          </p:nvPr>
        </p:nvSpPr>
        <p:spPr/>
        <p:txBody>
          <a:bodyPr/>
          <a:lstStyle/>
          <a:p>
            <a:r>
              <a:rPr lang="en-US" dirty="0"/>
              <a:t>Sample Headline</a:t>
            </a:r>
          </a:p>
        </p:txBody>
      </p:sp>
      <p:sp>
        <p:nvSpPr>
          <p:cNvPr id="3" name="Content Placeholder 2">
            <a:extLst>
              <a:ext uri="{FF2B5EF4-FFF2-40B4-BE49-F238E27FC236}">
                <a16:creationId xmlns:a16="http://schemas.microsoft.com/office/drawing/2014/main" id="{548E9F30-44AB-2B3D-B315-3FD368E65D68}"/>
              </a:ext>
            </a:extLst>
          </p:cNvPr>
          <p:cNvSpPr>
            <a:spLocks noGrp="1"/>
          </p:cNvSpPr>
          <p:nvPr>
            <p:ph idx="1"/>
          </p:nvPr>
        </p:nvSpPr>
        <p:spPr/>
        <p:txBody>
          <a:bodyPr/>
          <a:lstStyle/>
          <a:p>
            <a:r>
              <a:rPr lang="en-US" dirty="0"/>
              <a:t>Lorem ipsum dolor sit amet, consectetuer adipiscing elit, sed diam nonummy nibh euismod tincidunt ut laoreet dolore magna aliquam erat volutpat. Ut wisi enim ad minim veniam, quis nostrud exerci tation ullamcorper.</a:t>
            </a:r>
          </a:p>
          <a:p>
            <a:r>
              <a:rPr lang="en-US" dirty="0"/>
              <a:t>Duis autem vel eum iriure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vel illum dolore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eros et </a:t>
            </a:r>
            <a:r>
              <a:rPr lang="en-US" dirty="0" err="1"/>
              <a:t>accumsan</a:t>
            </a:r>
            <a:r>
              <a:rPr lang="en-US" dirty="0"/>
              <a:t> et </a:t>
            </a:r>
            <a:r>
              <a:rPr lang="en-US" dirty="0" err="1"/>
              <a:t>iusto</a:t>
            </a:r>
            <a:r>
              <a:rPr lang="en-US" dirty="0"/>
              <a:t> </a:t>
            </a:r>
            <a:r>
              <a:rPr lang="en-US" dirty="0" err="1"/>
              <a:t>odio</a:t>
            </a:r>
            <a:r>
              <a:rPr lang="en-US" dirty="0"/>
              <a:t> </a:t>
            </a:r>
            <a:r>
              <a:rPr lang="en-US" dirty="0" err="1"/>
              <a:t>dignissim</a:t>
            </a:r>
            <a:r>
              <a:rPr lang="en-US" dirty="0"/>
              <a:t> qui </a:t>
            </a:r>
            <a:r>
              <a:rPr lang="en-US" dirty="0" err="1"/>
              <a:t>blandit</a:t>
            </a:r>
            <a:r>
              <a:rPr lang="en-US" dirty="0"/>
              <a:t> </a:t>
            </a:r>
            <a:r>
              <a:rPr lang="en-US" dirty="0" err="1"/>
              <a:t>praesent</a:t>
            </a:r>
            <a:r>
              <a:rPr lang="en-US" dirty="0"/>
              <a:t> </a:t>
            </a:r>
            <a:r>
              <a:rPr lang="en-US" dirty="0" err="1"/>
              <a:t>luptatum</a:t>
            </a:r>
            <a:r>
              <a:rPr lang="en-US" dirty="0"/>
              <a:t> </a:t>
            </a:r>
            <a:r>
              <a:rPr lang="en-US" dirty="0" err="1"/>
              <a:t>zzril</a:t>
            </a:r>
            <a:r>
              <a:rPr lang="en-US" dirty="0"/>
              <a:t> </a:t>
            </a:r>
            <a:r>
              <a:rPr lang="en-US" dirty="0" err="1"/>
              <a:t>delenit</a:t>
            </a:r>
            <a:r>
              <a:rPr lang="en-US" dirty="0"/>
              <a:t> </a:t>
            </a:r>
            <a:r>
              <a:rPr lang="en-US" dirty="0" err="1"/>
              <a:t>augue</a:t>
            </a:r>
            <a:r>
              <a:rPr lang="en-US" dirty="0"/>
              <a:t> </a:t>
            </a:r>
            <a:r>
              <a:rPr lang="en-US" dirty="0" err="1"/>
              <a:t>duis</a:t>
            </a:r>
            <a:r>
              <a:rPr lang="en-US" dirty="0"/>
              <a:t> dolore </a:t>
            </a:r>
            <a:r>
              <a:rPr lang="en-US" dirty="0" err="1"/>
              <a:t>te</a:t>
            </a:r>
            <a:r>
              <a:rPr lang="en-US" dirty="0"/>
              <a:t> </a:t>
            </a:r>
            <a:r>
              <a:rPr lang="en-US" dirty="0" err="1"/>
              <a:t>feugait</a:t>
            </a:r>
            <a:r>
              <a:rPr lang="en-US" dirty="0"/>
              <a:t> </a:t>
            </a:r>
            <a:r>
              <a:rPr lang="en-US" dirty="0" err="1"/>
              <a:t>nulla</a:t>
            </a:r>
            <a:r>
              <a:rPr lang="en-US" dirty="0"/>
              <a:t> </a:t>
            </a:r>
            <a:r>
              <a:rPr lang="en-US" dirty="0" err="1"/>
              <a:t>facilisi</a:t>
            </a:r>
            <a:r>
              <a:rPr lang="en-US" dirty="0"/>
              <a:t>. </a:t>
            </a:r>
          </a:p>
          <a:p>
            <a:r>
              <a:rPr lang="en-US" dirty="0"/>
              <a:t>Lorem ipsum dolor sit amet, consectetuer adipiscing elit, sed diam nonummy nibh euismod tincidunt ut laoreet dolore magna aliquam erat volutpat. Ut wisi enim ad minim veniam, quis nostrud exerci tation.</a:t>
            </a:r>
          </a:p>
          <a:p>
            <a:r>
              <a:rPr lang="en-US" dirty="0" err="1"/>
              <a:t>Iobortis</a:t>
            </a:r>
            <a:r>
              <a:rPr lang="en-US" dirty="0"/>
              <a:t> </a:t>
            </a:r>
            <a:r>
              <a:rPr lang="en-US" dirty="0" err="1"/>
              <a:t>nisl</a:t>
            </a:r>
            <a:r>
              <a:rPr lang="en-US" dirty="0"/>
              <a:t> ut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autem vel eum iriure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vel illum dolore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eros.</a:t>
            </a:r>
          </a:p>
        </p:txBody>
      </p:sp>
      <p:sp>
        <p:nvSpPr>
          <p:cNvPr id="4" name="Text Placeholder 3">
            <a:extLst>
              <a:ext uri="{FF2B5EF4-FFF2-40B4-BE49-F238E27FC236}">
                <a16:creationId xmlns:a16="http://schemas.microsoft.com/office/drawing/2014/main" id="{A8085FE3-8C31-F4F2-BC7B-C7F72CD32039}"/>
              </a:ext>
            </a:extLst>
          </p:cNvPr>
          <p:cNvSpPr>
            <a:spLocks noGrp="1"/>
          </p:cNvSpPr>
          <p:nvPr>
            <p:ph type="body" sz="quarter" idx="10"/>
          </p:nvPr>
        </p:nvSpPr>
        <p:spPr/>
        <p:txBody>
          <a:bodyPr/>
          <a:lstStyle/>
          <a:p>
            <a:r>
              <a:rPr lang="en-US"/>
              <a:t>SAMPLE PRESENTATION TITLE</a:t>
            </a:r>
          </a:p>
        </p:txBody>
      </p:sp>
      <p:sp>
        <p:nvSpPr>
          <p:cNvPr id="5" name="Text Placeholder 4">
            <a:extLst>
              <a:ext uri="{FF2B5EF4-FFF2-40B4-BE49-F238E27FC236}">
                <a16:creationId xmlns:a16="http://schemas.microsoft.com/office/drawing/2014/main" id="{62305555-7FE7-0BCB-CCF2-4DA826467472}"/>
              </a:ext>
            </a:extLst>
          </p:cNvPr>
          <p:cNvSpPr>
            <a:spLocks noGrp="1"/>
          </p:cNvSpPr>
          <p:nvPr>
            <p:ph type="body" sz="quarter" idx="11"/>
          </p:nvPr>
        </p:nvSpPr>
        <p:spPr/>
        <p:txBody>
          <a:bodyPr/>
          <a:lstStyle/>
          <a:p>
            <a:fld id="{9065465E-EC17-EC49-BE9A-C1F5997A6DA2}" type="slidenum">
              <a:rPr lang="en-US" smtClean="0"/>
              <a:t>30</a:t>
            </a:fld>
            <a:endParaRPr lang="en-US"/>
          </a:p>
        </p:txBody>
      </p:sp>
    </p:spTree>
    <p:extLst>
      <p:ext uri="{BB962C8B-B14F-4D97-AF65-F5344CB8AC3E}">
        <p14:creationId xmlns:p14="http://schemas.microsoft.com/office/powerpoint/2010/main" val="3852800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10337-FBA7-248D-70E9-777D4FD6C29D}"/>
              </a:ext>
            </a:extLst>
          </p:cNvPr>
          <p:cNvSpPr>
            <a:spLocks noGrp="1"/>
          </p:cNvSpPr>
          <p:nvPr>
            <p:ph type="title"/>
          </p:nvPr>
        </p:nvSpPr>
        <p:spPr/>
        <p:txBody>
          <a:bodyPr>
            <a:normAutofit fontScale="90000"/>
          </a:bodyPr>
          <a:lstStyle/>
          <a:p>
            <a:r>
              <a:rPr lang="en-US"/>
              <a:t>Sample Title</a:t>
            </a:r>
          </a:p>
        </p:txBody>
      </p:sp>
      <p:sp>
        <p:nvSpPr>
          <p:cNvPr id="3" name="Content Placeholder 2">
            <a:extLst>
              <a:ext uri="{FF2B5EF4-FFF2-40B4-BE49-F238E27FC236}">
                <a16:creationId xmlns:a16="http://schemas.microsoft.com/office/drawing/2014/main" id="{3333C0D2-E6DA-4934-8AB4-C07B4E0B629A}"/>
              </a:ext>
            </a:extLst>
          </p:cNvPr>
          <p:cNvSpPr>
            <a:spLocks noGrp="1"/>
          </p:cNvSpPr>
          <p:nvPr>
            <p:ph sz="half" idx="2"/>
          </p:nvPr>
        </p:nvSpPr>
        <p:spPr/>
        <p:txBody>
          <a:bodyPr/>
          <a:lstStyle/>
          <a:p>
            <a:pPr marL="0" indent="0">
              <a:buNone/>
            </a:pPr>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a:p>
            <a:pPr marL="0" indent="0">
              <a:buNone/>
            </a:pPr>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pPr marL="0" inden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nonummy </a:t>
            </a:r>
            <a:r>
              <a:rPr lang="en-US" dirty="0" err="1"/>
              <a:t>pede</a:t>
            </a:r>
            <a:r>
              <a:rPr lang="en-US" dirty="0"/>
              <a:t>. Mauris et </a:t>
            </a:r>
            <a:r>
              <a:rPr lang="en-US" dirty="0" err="1"/>
              <a:t>orci</a:t>
            </a:r>
            <a:r>
              <a:rPr lang="en-US" dirty="0"/>
              <a:t>.</a:t>
            </a:r>
          </a:p>
          <a:p>
            <a:pPr marL="0" indent="0">
              <a:buNone/>
            </a:pPr>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p:txBody>
      </p:sp>
      <p:sp>
        <p:nvSpPr>
          <p:cNvPr id="5" name="Text Placeholder 4">
            <a:extLst>
              <a:ext uri="{FF2B5EF4-FFF2-40B4-BE49-F238E27FC236}">
                <a16:creationId xmlns:a16="http://schemas.microsoft.com/office/drawing/2014/main" id="{EA6BE42B-9855-1A3D-4204-078A7F09C0A5}"/>
              </a:ext>
            </a:extLst>
          </p:cNvPr>
          <p:cNvSpPr>
            <a:spLocks noGrp="1"/>
          </p:cNvSpPr>
          <p:nvPr>
            <p:ph type="body" sz="quarter" idx="11"/>
          </p:nvPr>
        </p:nvSpPr>
        <p:spPr/>
        <p:txBody>
          <a:bodyPr/>
          <a:lstStyle/>
          <a:p>
            <a:r>
              <a:rPr lang="en-US"/>
              <a:t>SAMPLE PRESENTATION TITLE</a:t>
            </a:r>
          </a:p>
        </p:txBody>
      </p:sp>
      <p:sp>
        <p:nvSpPr>
          <p:cNvPr id="6" name="Text Placeholder 5">
            <a:extLst>
              <a:ext uri="{FF2B5EF4-FFF2-40B4-BE49-F238E27FC236}">
                <a16:creationId xmlns:a16="http://schemas.microsoft.com/office/drawing/2014/main" id="{9BAC164E-F66A-FD03-7F50-2C5E4EDCB7A2}"/>
              </a:ext>
            </a:extLst>
          </p:cNvPr>
          <p:cNvSpPr>
            <a:spLocks noGrp="1"/>
          </p:cNvSpPr>
          <p:nvPr>
            <p:ph type="body" sz="quarter" idx="12"/>
          </p:nvPr>
        </p:nvSpPr>
        <p:spPr/>
        <p:txBody>
          <a:bodyPr/>
          <a:lstStyle/>
          <a:p>
            <a:fld id="{AE8B048D-9B8B-DD47-ACF6-1253B9C0F585}" type="slidenum">
              <a:rPr lang="en-US" smtClean="0"/>
              <a:t>31</a:t>
            </a:fld>
            <a:endParaRPr lang="en-US"/>
          </a:p>
        </p:txBody>
      </p:sp>
      <p:pic>
        <p:nvPicPr>
          <p:cNvPr id="11" name="Picture Placeholder 10" descr="A living room with a couch and a table&#10;&#10;AI-generated content may be incorrect.">
            <a:extLst>
              <a:ext uri="{FF2B5EF4-FFF2-40B4-BE49-F238E27FC236}">
                <a16:creationId xmlns:a16="http://schemas.microsoft.com/office/drawing/2014/main" id="{0E3DAC40-8486-E560-96EE-13E4AEEBFA93}"/>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a:xfrm>
            <a:off x="838199" y="1695132"/>
            <a:ext cx="3185153" cy="3185152"/>
          </a:xfrm>
        </p:spPr>
      </p:pic>
    </p:spTree>
    <p:extLst>
      <p:ext uri="{BB962C8B-B14F-4D97-AF65-F5344CB8AC3E}">
        <p14:creationId xmlns:p14="http://schemas.microsoft.com/office/powerpoint/2010/main" val="22122378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1B11E6-7166-88E2-0835-7DA3686ADE64}"/>
              </a:ext>
            </a:extLst>
          </p:cNvPr>
          <p:cNvSpPr>
            <a:spLocks noGrp="1"/>
          </p:cNvSpPr>
          <p:nvPr>
            <p:ph type="title"/>
          </p:nvPr>
        </p:nvSpPr>
        <p:spPr/>
        <p:txBody>
          <a:bodyPr>
            <a:normAutofit fontScale="90000"/>
          </a:bodyPr>
          <a:lstStyle/>
          <a:p>
            <a:r>
              <a:rPr lang="en-US"/>
              <a:t>Sample Headline</a:t>
            </a:r>
          </a:p>
        </p:txBody>
      </p:sp>
      <p:sp>
        <p:nvSpPr>
          <p:cNvPr id="6" name="Text Placeholder 5">
            <a:extLst>
              <a:ext uri="{FF2B5EF4-FFF2-40B4-BE49-F238E27FC236}">
                <a16:creationId xmlns:a16="http://schemas.microsoft.com/office/drawing/2014/main" id="{98266B76-EFC8-901D-CE97-D193AE172015}"/>
              </a:ext>
            </a:extLst>
          </p:cNvPr>
          <p:cNvSpPr>
            <a:spLocks noGrp="1"/>
          </p:cNvSpPr>
          <p:nvPr>
            <p:ph type="body" sz="half" idx="2"/>
          </p:nvPr>
        </p:nvSpPr>
        <p:spPr/>
        <p:txBody>
          <a:bodyPr/>
          <a:lstStyle/>
          <a:p>
            <a:r>
              <a:rPr lang="en-US" dirty="0"/>
              <a:t>Lorem ipsum dolor sit amet, consectetuer adipiscing elit, sed diam nonummy nibh euismod tincidunt ut laoreet dolore magna aliquam erat volutpat. Ut wisi enim ad minim veniam.</a:t>
            </a:r>
          </a:p>
          <a:p>
            <a:r>
              <a:rPr lang="en-US" dirty="0"/>
              <a:t>Quis nostrud exerci tation ullamcorper </a:t>
            </a:r>
            <a:r>
              <a:rPr lang="en-US" dirty="0" err="1"/>
              <a:t>suscipit</a:t>
            </a:r>
            <a:r>
              <a:rPr lang="en-US" dirty="0"/>
              <a:t> </a:t>
            </a:r>
            <a:r>
              <a:rPr lang="en-US" dirty="0" err="1"/>
              <a:t>lobortis</a:t>
            </a:r>
            <a:r>
              <a:rPr lang="en-US" dirty="0"/>
              <a:t> </a:t>
            </a:r>
            <a:r>
              <a:rPr lang="en-US" dirty="0" err="1"/>
              <a:t>nisl</a:t>
            </a:r>
            <a:r>
              <a:rPr lang="en-US" dirty="0"/>
              <a:t> ut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pic>
        <p:nvPicPr>
          <p:cNvPr id="8" name="Picture Placeholder 7" descr="A green couch in a room&#10;&#10;AI-generated content may be incorrect.">
            <a:extLst>
              <a:ext uri="{FF2B5EF4-FFF2-40B4-BE49-F238E27FC236}">
                <a16:creationId xmlns:a16="http://schemas.microsoft.com/office/drawing/2014/main" id="{F7B47A90-0106-7964-FD4E-E78E0502A48F}"/>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b="-229"/>
          <a:stretch>
            <a:fillRect/>
          </a:stretch>
        </p:blipFill>
        <p:spPr>
          <a:xfrm>
            <a:off x="0" y="541287"/>
            <a:ext cx="6323421" cy="6331150"/>
          </a:xfrm>
        </p:spPr>
      </p:pic>
    </p:spTree>
    <p:extLst>
      <p:ext uri="{BB962C8B-B14F-4D97-AF65-F5344CB8AC3E}">
        <p14:creationId xmlns:p14="http://schemas.microsoft.com/office/powerpoint/2010/main" val="7544195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FCB27-9617-7BE5-4D68-C341C83FBA6D}"/>
              </a:ext>
            </a:extLst>
          </p:cNvPr>
          <p:cNvSpPr>
            <a:spLocks noGrp="1"/>
          </p:cNvSpPr>
          <p:nvPr>
            <p:ph type="title"/>
          </p:nvPr>
        </p:nvSpPr>
        <p:spPr/>
        <p:txBody>
          <a:bodyPr/>
          <a:lstStyle/>
          <a:p>
            <a:r>
              <a:rPr lang="en-US"/>
              <a:t>Sample Headline</a:t>
            </a:r>
          </a:p>
        </p:txBody>
      </p:sp>
      <p:sp>
        <p:nvSpPr>
          <p:cNvPr id="3" name="Text Placeholder 2">
            <a:extLst>
              <a:ext uri="{FF2B5EF4-FFF2-40B4-BE49-F238E27FC236}">
                <a16:creationId xmlns:a16="http://schemas.microsoft.com/office/drawing/2014/main" id="{8C8D9747-39E2-A906-B43B-CA318490E1BF}"/>
              </a:ext>
            </a:extLst>
          </p:cNvPr>
          <p:cNvSpPr>
            <a:spLocks noGrp="1"/>
          </p:cNvSpPr>
          <p:nvPr>
            <p:ph type="body" sz="quarter" idx="11"/>
          </p:nvPr>
        </p:nvSpPr>
        <p:spPr/>
        <p:txBody>
          <a:bodyPr/>
          <a:lstStyle/>
          <a:p>
            <a:r>
              <a:rPr lang="en-US"/>
              <a:t>SAMPLE PRESENTATION TITLE</a:t>
            </a:r>
          </a:p>
        </p:txBody>
      </p:sp>
      <p:sp>
        <p:nvSpPr>
          <p:cNvPr id="4" name="Text Placeholder 3">
            <a:extLst>
              <a:ext uri="{FF2B5EF4-FFF2-40B4-BE49-F238E27FC236}">
                <a16:creationId xmlns:a16="http://schemas.microsoft.com/office/drawing/2014/main" id="{98CF098E-7A9B-44E4-06D6-C7E6160D7413}"/>
              </a:ext>
            </a:extLst>
          </p:cNvPr>
          <p:cNvSpPr>
            <a:spLocks noGrp="1"/>
          </p:cNvSpPr>
          <p:nvPr>
            <p:ph type="body" sz="quarter" idx="12"/>
          </p:nvPr>
        </p:nvSpPr>
        <p:spPr/>
        <p:txBody>
          <a:bodyPr/>
          <a:lstStyle/>
          <a:p>
            <a:fld id="{7EFDE042-387C-944F-8D14-E6B31066A298}" type="slidenum">
              <a:rPr lang="en-US" smtClean="0"/>
              <a:t>33</a:t>
            </a:fld>
            <a:endParaRPr lang="en-US"/>
          </a:p>
        </p:txBody>
      </p:sp>
    </p:spTree>
    <p:extLst>
      <p:ext uri="{BB962C8B-B14F-4D97-AF65-F5344CB8AC3E}">
        <p14:creationId xmlns:p14="http://schemas.microsoft.com/office/powerpoint/2010/main" val="16828635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40A87-D378-ECF7-D874-C741472864A6}"/>
              </a:ext>
            </a:extLst>
          </p:cNvPr>
          <p:cNvSpPr>
            <a:spLocks noGrp="1"/>
          </p:cNvSpPr>
          <p:nvPr>
            <p:ph type="ctrTitle"/>
          </p:nvPr>
        </p:nvSpPr>
        <p:spPr/>
        <p:txBody>
          <a:bodyPr/>
          <a:lstStyle/>
          <a:p>
            <a:r>
              <a:rPr lang="en-US"/>
              <a:t>Sample Presentation Title</a:t>
            </a:r>
          </a:p>
        </p:txBody>
      </p:sp>
      <p:sp>
        <p:nvSpPr>
          <p:cNvPr id="3" name="Subtitle 2">
            <a:extLst>
              <a:ext uri="{FF2B5EF4-FFF2-40B4-BE49-F238E27FC236}">
                <a16:creationId xmlns:a16="http://schemas.microsoft.com/office/drawing/2014/main" id="{5D2CF9EA-F07A-975A-E8D3-FC1E5A23452C}"/>
              </a:ext>
            </a:extLst>
          </p:cNvPr>
          <p:cNvSpPr>
            <a:spLocks noGrp="1"/>
          </p:cNvSpPr>
          <p:nvPr>
            <p:ph type="subTitle" idx="1"/>
          </p:nvPr>
        </p:nvSpPr>
        <p:spPr/>
        <p:txBody>
          <a:bodyPr/>
          <a:lstStyle/>
          <a:p>
            <a:r>
              <a:rPr lang="en-US"/>
              <a:t>JULY 8, 2025</a:t>
            </a:r>
          </a:p>
        </p:txBody>
      </p:sp>
      <p:sp>
        <p:nvSpPr>
          <p:cNvPr id="4" name="Rectangle 3">
            <a:extLst>
              <a:ext uri="{FF2B5EF4-FFF2-40B4-BE49-F238E27FC236}">
                <a16:creationId xmlns:a16="http://schemas.microsoft.com/office/drawing/2014/main" id="{A5698026-C4D1-8930-C837-CD08E42568D7}"/>
              </a:ext>
            </a:extLst>
          </p:cNvPr>
          <p:cNvSpPr/>
          <p:nvPr/>
        </p:nvSpPr>
        <p:spPr>
          <a:xfrm>
            <a:off x="10886" y="446315"/>
            <a:ext cx="5769429" cy="1807030"/>
          </a:xfrm>
          <a:prstGeom prst="rect">
            <a:avLst/>
          </a:prstGeom>
          <a:solidFill>
            <a:schemeClr val="bg2"/>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England Cover Only. </a:t>
            </a:r>
          </a:p>
          <a:p>
            <a:pPr algn="ctr"/>
            <a:endParaRPr lang="en-US" b="1" dirty="0">
              <a:solidFill>
                <a:schemeClr val="tx1"/>
              </a:solidFill>
              <a:latin typeface="Arial" panose="020B0604020202020204" pitchFamily="34" charset="0"/>
              <a:cs typeface="Arial" panose="020B0604020202020204" pitchFamily="34" charset="0"/>
            </a:endParaRPr>
          </a:p>
          <a:p>
            <a:pPr algn="ctr"/>
            <a:r>
              <a:rPr lang="en-US" b="1" dirty="0">
                <a:solidFill>
                  <a:schemeClr val="tx1"/>
                </a:solidFill>
                <a:latin typeface="Arial" panose="020B0604020202020204" pitchFamily="34" charset="0"/>
                <a:cs typeface="Arial" panose="020B0604020202020204" pitchFamily="34" charset="0"/>
              </a:rPr>
              <a:t>Do not use for La-Z-Boy Incorporated or Joybird.</a:t>
            </a:r>
          </a:p>
          <a:p>
            <a:pPr algn="ctr"/>
            <a:endParaRPr lang="en-US" b="1" dirty="0">
              <a:solidFill>
                <a:schemeClr val="tx1"/>
              </a:solidFill>
              <a:latin typeface="Arial" panose="020B0604020202020204" pitchFamily="34" charset="0"/>
              <a:cs typeface="Arial" panose="020B0604020202020204" pitchFamily="34" charset="0"/>
            </a:endParaRPr>
          </a:p>
          <a:p>
            <a:pPr algn="ctr"/>
            <a:r>
              <a:rPr lang="en-US" sz="2800" b="1" dirty="0">
                <a:solidFill>
                  <a:schemeClr val="tx1"/>
                </a:solidFill>
                <a:latin typeface="Arial" panose="020B0604020202020204" pitchFamily="34" charset="0"/>
                <a:cs typeface="Arial" panose="020B0604020202020204" pitchFamily="34" charset="0"/>
              </a:rPr>
              <a:t>DELETE BOX BEFORE USING.</a:t>
            </a:r>
          </a:p>
        </p:txBody>
      </p:sp>
    </p:spTree>
    <p:extLst>
      <p:ext uri="{BB962C8B-B14F-4D97-AF65-F5344CB8AC3E}">
        <p14:creationId xmlns:p14="http://schemas.microsoft.com/office/powerpoint/2010/main" val="34020161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8E643-CFF4-8008-74C9-45552B5B6BA8}"/>
              </a:ext>
            </a:extLst>
          </p:cNvPr>
          <p:cNvSpPr>
            <a:spLocks noGrp="1"/>
          </p:cNvSpPr>
          <p:nvPr>
            <p:ph type="title"/>
          </p:nvPr>
        </p:nvSpPr>
        <p:spPr/>
        <p:txBody>
          <a:bodyPr/>
          <a:lstStyle/>
          <a:p>
            <a:r>
              <a:rPr lang="en-US"/>
              <a:t>Sample Headline</a:t>
            </a:r>
          </a:p>
        </p:txBody>
      </p:sp>
      <p:sp>
        <p:nvSpPr>
          <p:cNvPr id="3" name="Content Placeholder 2">
            <a:extLst>
              <a:ext uri="{FF2B5EF4-FFF2-40B4-BE49-F238E27FC236}">
                <a16:creationId xmlns:a16="http://schemas.microsoft.com/office/drawing/2014/main" id="{701F8E0B-3BAC-2ED6-7B29-78674E90FC74}"/>
              </a:ext>
            </a:extLst>
          </p:cNvPr>
          <p:cNvSpPr>
            <a:spLocks noGrp="1"/>
          </p:cNvSpPr>
          <p:nvPr>
            <p:ph idx="1"/>
          </p:nvPr>
        </p:nvSpPr>
        <p:spPr/>
        <p:txBody>
          <a:bodyPr/>
          <a:lstStyle/>
          <a:p>
            <a:r>
              <a:rPr lang="en-US" dirty="0"/>
              <a:t>Lorem ipsum dolor sit amet, consectetuer adipiscing elit, sed diam nonummy nibh euismod tincidunt ut laoreet dolore magna aliquam erat volutpat. Ut wisi enim ad minim veniam, quis nostrud exerci tation ullamcorper.</a:t>
            </a:r>
          </a:p>
          <a:p>
            <a:r>
              <a:rPr lang="en-US" dirty="0"/>
              <a:t>Duis autem vel eum iriure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vel illum dolore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eros et </a:t>
            </a:r>
            <a:r>
              <a:rPr lang="en-US" dirty="0" err="1"/>
              <a:t>accumsan</a:t>
            </a:r>
            <a:r>
              <a:rPr lang="en-US" dirty="0"/>
              <a:t> et </a:t>
            </a:r>
            <a:r>
              <a:rPr lang="en-US" dirty="0" err="1"/>
              <a:t>iusto</a:t>
            </a:r>
            <a:r>
              <a:rPr lang="en-US" dirty="0"/>
              <a:t> </a:t>
            </a:r>
            <a:r>
              <a:rPr lang="en-US" dirty="0" err="1"/>
              <a:t>odio</a:t>
            </a:r>
            <a:r>
              <a:rPr lang="en-US" dirty="0"/>
              <a:t> </a:t>
            </a:r>
            <a:r>
              <a:rPr lang="en-US" dirty="0" err="1"/>
              <a:t>dignissim</a:t>
            </a:r>
            <a:r>
              <a:rPr lang="en-US" dirty="0"/>
              <a:t> qui </a:t>
            </a:r>
            <a:r>
              <a:rPr lang="en-US" dirty="0" err="1"/>
              <a:t>blandit</a:t>
            </a:r>
            <a:r>
              <a:rPr lang="en-US" dirty="0"/>
              <a:t> </a:t>
            </a:r>
            <a:r>
              <a:rPr lang="en-US" dirty="0" err="1"/>
              <a:t>praesent</a:t>
            </a:r>
            <a:r>
              <a:rPr lang="en-US" dirty="0"/>
              <a:t> </a:t>
            </a:r>
            <a:r>
              <a:rPr lang="en-US" dirty="0" err="1"/>
              <a:t>luptatum</a:t>
            </a:r>
            <a:r>
              <a:rPr lang="en-US" dirty="0"/>
              <a:t> </a:t>
            </a:r>
            <a:r>
              <a:rPr lang="en-US" dirty="0" err="1"/>
              <a:t>zzril</a:t>
            </a:r>
            <a:r>
              <a:rPr lang="en-US" dirty="0"/>
              <a:t> </a:t>
            </a:r>
            <a:r>
              <a:rPr lang="en-US" dirty="0" err="1"/>
              <a:t>delenit</a:t>
            </a:r>
            <a:r>
              <a:rPr lang="en-US" dirty="0"/>
              <a:t> </a:t>
            </a:r>
            <a:r>
              <a:rPr lang="en-US" dirty="0" err="1"/>
              <a:t>augue</a:t>
            </a:r>
            <a:r>
              <a:rPr lang="en-US" dirty="0"/>
              <a:t> </a:t>
            </a:r>
            <a:r>
              <a:rPr lang="en-US" dirty="0" err="1"/>
              <a:t>duis</a:t>
            </a:r>
            <a:r>
              <a:rPr lang="en-US" dirty="0"/>
              <a:t> dolore </a:t>
            </a:r>
            <a:r>
              <a:rPr lang="en-US" dirty="0" err="1"/>
              <a:t>te</a:t>
            </a:r>
            <a:r>
              <a:rPr lang="en-US" dirty="0"/>
              <a:t> </a:t>
            </a:r>
            <a:r>
              <a:rPr lang="en-US" dirty="0" err="1"/>
              <a:t>feugait</a:t>
            </a:r>
            <a:r>
              <a:rPr lang="en-US" dirty="0"/>
              <a:t> </a:t>
            </a:r>
            <a:r>
              <a:rPr lang="en-US" dirty="0" err="1"/>
              <a:t>nulla</a:t>
            </a:r>
            <a:r>
              <a:rPr lang="en-US" dirty="0"/>
              <a:t> </a:t>
            </a:r>
            <a:r>
              <a:rPr lang="en-US" dirty="0" err="1"/>
              <a:t>facilisi</a:t>
            </a:r>
            <a:r>
              <a:rPr lang="en-US" dirty="0"/>
              <a:t>. </a:t>
            </a:r>
          </a:p>
          <a:p>
            <a:r>
              <a:rPr lang="en-US" dirty="0"/>
              <a:t>Lorem ipsum dolor sit amet, consectetuer adipiscing elit, sed diam nonummy nibh euismod tincidunt ut laoreet dolore magna aliquam erat volutpat. Ut wisi enim ad minim veniam, quis nostrud exerci tation.</a:t>
            </a:r>
          </a:p>
          <a:p>
            <a:r>
              <a:rPr lang="en-US" dirty="0" err="1"/>
              <a:t>Iobortis</a:t>
            </a:r>
            <a:r>
              <a:rPr lang="en-US" dirty="0"/>
              <a:t> </a:t>
            </a:r>
            <a:r>
              <a:rPr lang="en-US" dirty="0" err="1"/>
              <a:t>nisl</a:t>
            </a:r>
            <a:r>
              <a:rPr lang="en-US" dirty="0"/>
              <a:t> ut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autem vel eum iriure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vel illum dolore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eros.</a:t>
            </a:r>
          </a:p>
        </p:txBody>
      </p:sp>
      <p:sp>
        <p:nvSpPr>
          <p:cNvPr id="4" name="Text Placeholder 3">
            <a:extLst>
              <a:ext uri="{FF2B5EF4-FFF2-40B4-BE49-F238E27FC236}">
                <a16:creationId xmlns:a16="http://schemas.microsoft.com/office/drawing/2014/main" id="{F483DBF5-B126-E7C8-0700-91265A7D3068}"/>
              </a:ext>
            </a:extLst>
          </p:cNvPr>
          <p:cNvSpPr>
            <a:spLocks noGrp="1"/>
          </p:cNvSpPr>
          <p:nvPr>
            <p:ph type="body" sz="quarter" idx="10"/>
          </p:nvPr>
        </p:nvSpPr>
        <p:spPr/>
        <p:txBody>
          <a:bodyPr/>
          <a:lstStyle/>
          <a:p>
            <a:r>
              <a:rPr lang="en-US"/>
              <a:t>SAMPLE PRESENTATION TITLE</a:t>
            </a:r>
          </a:p>
        </p:txBody>
      </p:sp>
      <p:sp>
        <p:nvSpPr>
          <p:cNvPr id="5" name="Text Placeholder 4">
            <a:extLst>
              <a:ext uri="{FF2B5EF4-FFF2-40B4-BE49-F238E27FC236}">
                <a16:creationId xmlns:a16="http://schemas.microsoft.com/office/drawing/2014/main" id="{3D78FF25-E608-5B3E-C534-468552AF93E0}"/>
              </a:ext>
            </a:extLst>
          </p:cNvPr>
          <p:cNvSpPr>
            <a:spLocks noGrp="1"/>
          </p:cNvSpPr>
          <p:nvPr>
            <p:ph type="body" sz="quarter" idx="11"/>
          </p:nvPr>
        </p:nvSpPr>
        <p:spPr/>
        <p:txBody>
          <a:bodyPr/>
          <a:lstStyle/>
          <a:p>
            <a:fld id="{E2E58F04-1238-7445-9E13-DFF1167F7C90}" type="slidenum">
              <a:rPr lang="en-US" smtClean="0"/>
              <a:t>35</a:t>
            </a:fld>
            <a:endParaRPr lang="en-US"/>
          </a:p>
        </p:txBody>
      </p:sp>
    </p:spTree>
    <p:extLst>
      <p:ext uri="{BB962C8B-B14F-4D97-AF65-F5344CB8AC3E}">
        <p14:creationId xmlns:p14="http://schemas.microsoft.com/office/powerpoint/2010/main" val="2435462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299BA-3AA6-15F3-67B2-7722FA32650E}"/>
              </a:ext>
            </a:extLst>
          </p:cNvPr>
          <p:cNvSpPr>
            <a:spLocks noGrp="1"/>
          </p:cNvSpPr>
          <p:nvPr>
            <p:ph type="title"/>
          </p:nvPr>
        </p:nvSpPr>
        <p:spPr/>
        <p:txBody>
          <a:bodyPr>
            <a:normAutofit fontScale="90000"/>
          </a:bodyPr>
          <a:lstStyle/>
          <a:p>
            <a:r>
              <a:rPr lang="en-US"/>
              <a:t>Sample Title</a:t>
            </a:r>
          </a:p>
        </p:txBody>
      </p:sp>
      <p:sp>
        <p:nvSpPr>
          <p:cNvPr id="3" name="Content Placeholder 2">
            <a:extLst>
              <a:ext uri="{FF2B5EF4-FFF2-40B4-BE49-F238E27FC236}">
                <a16:creationId xmlns:a16="http://schemas.microsoft.com/office/drawing/2014/main" id="{407B845D-BE0A-39CD-33A4-9703EA38E085}"/>
              </a:ext>
            </a:extLst>
          </p:cNvPr>
          <p:cNvSpPr>
            <a:spLocks noGrp="1"/>
          </p:cNvSpPr>
          <p:nvPr>
            <p:ph sz="half" idx="2"/>
          </p:nvPr>
        </p:nvSpPr>
        <p:spPr/>
        <p:txBody>
          <a:bodyPr/>
          <a:lstStyle/>
          <a:p>
            <a:pPr marL="0" indent="0">
              <a:buNone/>
            </a:pPr>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a:p>
            <a:pPr marL="0" indent="0">
              <a:buNone/>
            </a:pPr>
            <a:r>
              <a:rPr lang="en-US" dirty="0"/>
              <a:t>Nunc </a:t>
            </a:r>
            <a:r>
              <a:rPr lang="en-US" dirty="0" err="1"/>
              <a:t>viverra</a:t>
            </a:r>
            <a:r>
              <a:rPr lang="en-US" dirty="0"/>
              <a:t> </a:t>
            </a:r>
            <a:r>
              <a:rPr lang="en-US" dirty="0" err="1"/>
              <a:t>imperdiet</a:t>
            </a:r>
            <a:r>
              <a:rPr lang="en-US" dirty="0"/>
              <a:t> enim. </a:t>
            </a:r>
            <a:r>
              <a:rPr lang="en-US" dirty="0" err="1"/>
              <a:t>Fusce</a:t>
            </a:r>
            <a:r>
              <a:rPr lang="en-US" dirty="0"/>
              <a:t> est. </a:t>
            </a:r>
            <a:r>
              <a:rPr lang="en-US" dirty="0" err="1"/>
              <a:t>Vivamus</a:t>
            </a:r>
            <a:r>
              <a:rPr lang="en-US" dirty="0"/>
              <a:t> a </a:t>
            </a:r>
            <a:r>
              <a:rPr lang="en-US" dirty="0" err="1"/>
              <a:t>tellus</a:t>
            </a:r>
            <a:r>
              <a:rPr lang="en-US" dirty="0"/>
              <a:t>.</a:t>
            </a:r>
          </a:p>
          <a:p>
            <a:pPr marL="0" inden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nonummy </a:t>
            </a:r>
            <a:r>
              <a:rPr lang="en-US" dirty="0" err="1"/>
              <a:t>pede</a:t>
            </a:r>
            <a:r>
              <a:rPr lang="en-US" dirty="0"/>
              <a:t>. Mauris et </a:t>
            </a:r>
            <a:r>
              <a:rPr lang="en-US" dirty="0" err="1"/>
              <a:t>orci</a:t>
            </a:r>
            <a:r>
              <a:rPr lang="en-US" dirty="0"/>
              <a:t>.</a:t>
            </a:r>
          </a:p>
          <a:p>
            <a:pPr marL="0" indent="0">
              <a:buNone/>
            </a:pPr>
            <a:r>
              <a:rPr lang="en-US" dirty="0"/>
              <a:t>Lorem ipsum dolor sit amet, consectetuer adipiscing elit.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amet </a:t>
            </a:r>
            <a:r>
              <a:rPr lang="en-US" dirty="0" err="1"/>
              <a:t>commodo</a:t>
            </a:r>
            <a:r>
              <a:rPr lang="en-US" dirty="0"/>
              <a:t> magna eros quis </a:t>
            </a:r>
            <a:r>
              <a:rPr lang="en-US" dirty="0" err="1"/>
              <a:t>urna</a:t>
            </a:r>
            <a:r>
              <a:rPr lang="en-US" dirty="0"/>
              <a:t>.</a:t>
            </a:r>
          </a:p>
        </p:txBody>
      </p:sp>
      <p:sp>
        <p:nvSpPr>
          <p:cNvPr id="5" name="Text Placeholder 4">
            <a:extLst>
              <a:ext uri="{FF2B5EF4-FFF2-40B4-BE49-F238E27FC236}">
                <a16:creationId xmlns:a16="http://schemas.microsoft.com/office/drawing/2014/main" id="{F5178912-0A35-323F-293C-8DFB3C0F706F}"/>
              </a:ext>
            </a:extLst>
          </p:cNvPr>
          <p:cNvSpPr>
            <a:spLocks noGrp="1"/>
          </p:cNvSpPr>
          <p:nvPr>
            <p:ph type="body" sz="quarter" idx="11"/>
          </p:nvPr>
        </p:nvSpPr>
        <p:spPr/>
        <p:txBody>
          <a:bodyPr/>
          <a:lstStyle/>
          <a:p>
            <a:r>
              <a:rPr lang="en-US"/>
              <a:t>SAMPLE PRESENTATION TITLE</a:t>
            </a:r>
          </a:p>
        </p:txBody>
      </p:sp>
      <p:sp>
        <p:nvSpPr>
          <p:cNvPr id="6" name="Text Placeholder 5">
            <a:extLst>
              <a:ext uri="{FF2B5EF4-FFF2-40B4-BE49-F238E27FC236}">
                <a16:creationId xmlns:a16="http://schemas.microsoft.com/office/drawing/2014/main" id="{12ED2E97-F2F2-B7FA-3FCB-AE2835BB67B1}"/>
              </a:ext>
            </a:extLst>
          </p:cNvPr>
          <p:cNvSpPr>
            <a:spLocks noGrp="1"/>
          </p:cNvSpPr>
          <p:nvPr>
            <p:ph type="body" sz="quarter" idx="12"/>
          </p:nvPr>
        </p:nvSpPr>
        <p:spPr/>
        <p:txBody>
          <a:bodyPr/>
          <a:lstStyle/>
          <a:p>
            <a:fld id="{008CE042-8845-E74C-AFAA-0DDE2031881C}" type="slidenum">
              <a:rPr lang="en-US" smtClean="0"/>
              <a:t>36</a:t>
            </a:fld>
            <a:endParaRPr lang="en-US"/>
          </a:p>
        </p:txBody>
      </p:sp>
      <p:pic>
        <p:nvPicPr>
          <p:cNvPr id="10" name="Picture Placeholder 9" descr="A brown leather chair next to a lamp&#10;&#10;AI-generated content may be incorrect.">
            <a:extLst>
              <a:ext uri="{FF2B5EF4-FFF2-40B4-BE49-F238E27FC236}">
                <a16:creationId xmlns:a16="http://schemas.microsoft.com/office/drawing/2014/main" id="{8C478082-17AB-5C04-0A56-B004E2FFBBE5}"/>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a:xfrm>
            <a:off x="838199" y="1695132"/>
            <a:ext cx="3185153" cy="3185152"/>
          </a:xfrm>
        </p:spPr>
      </p:pic>
    </p:spTree>
    <p:extLst>
      <p:ext uri="{BB962C8B-B14F-4D97-AF65-F5344CB8AC3E}">
        <p14:creationId xmlns:p14="http://schemas.microsoft.com/office/powerpoint/2010/main" val="12398771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A1EF30-E676-1A4F-2A24-A64BB8DB0FC4}"/>
              </a:ext>
            </a:extLst>
          </p:cNvPr>
          <p:cNvSpPr>
            <a:spLocks noGrp="1"/>
          </p:cNvSpPr>
          <p:nvPr>
            <p:ph type="title"/>
          </p:nvPr>
        </p:nvSpPr>
        <p:spPr/>
        <p:txBody>
          <a:bodyPr>
            <a:normAutofit fontScale="90000"/>
          </a:bodyPr>
          <a:lstStyle/>
          <a:p>
            <a:r>
              <a:rPr lang="en-US"/>
              <a:t>Sample Headline</a:t>
            </a:r>
          </a:p>
        </p:txBody>
      </p:sp>
      <p:sp>
        <p:nvSpPr>
          <p:cNvPr id="4" name="Text Placeholder 3">
            <a:extLst>
              <a:ext uri="{FF2B5EF4-FFF2-40B4-BE49-F238E27FC236}">
                <a16:creationId xmlns:a16="http://schemas.microsoft.com/office/drawing/2014/main" id="{A8048E5C-4924-0B6D-05A0-2BB5A9AA6EE6}"/>
              </a:ext>
            </a:extLst>
          </p:cNvPr>
          <p:cNvSpPr>
            <a:spLocks noGrp="1"/>
          </p:cNvSpPr>
          <p:nvPr>
            <p:ph type="body" sz="half" idx="2"/>
          </p:nvPr>
        </p:nvSpPr>
        <p:spPr/>
        <p:txBody>
          <a:bodyPr/>
          <a:lstStyle/>
          <a:p>
            <a:r>
              <a:rPr lang="en-US" dirty="0"/>
              <a:t>Lorem ipsum dolor sit amet, consectetuer adipiscing elit, sed diam nonummy nibh euismod tincidunt ut laoreet dolore magna aliquam erat volutpat. Ut wisi enim ad minim veniam.</a:t>
            </a:r>
          </a:p>
          <a:p>
            <a:r>
              <a:rPr lang="en-US" dirty="0"/>
              <a:t>Quis nostrud exerci tation ullamcorper </a:t>
            </a:r>
            <a:r>
              <a:rPr lang="en-US" dirty="0" err="1"/>
              <a:t>suscipit</a:t>
            </a:r>
            <a:r>
              <a:rPr lang="en-US" dirty="0"/>
              <a:t> </a:t>
            </a:r>
            <a:r>
              <a:rPr lang="en-US" dirty="0" err="1"/>
              <a:t>lobortis</a:t>
            </a:r>
            <a:r>
              <a:rPr lang="en-US" dirty="0"/>
              <a:t> </a:t>
            </a:r>
            <a:r>
              <a:rPr lang="en-US" dirty="0" err="1"/>
              <a:t>nisl</a:t>
            </a:r>
            <a:r>
              <a:rPr lang="en-US" dirty="0"/>
              <a:t> ut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pic>
        <p:nvPicPr>
          <p:cNvPr id="10" name="Picture Placeholder 9" descr="A living room with a large couch and a coffee table&#10;&#10;AI-generated content may be incorrect.">
            <a:extLst>
              <a:ext uri="{FF2B5EF4-FFF2-40B4-BE49-F238E27FC236}">
                <a16:creationId xmlns:a16="http://schemas.microsoft.com/office/drawing/2014/main" id="{213A45B0-2FC2-AFD6-F52A-F956A213B787}"/>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b="-229"/>
          <a:stretch>
            <a:fillRect/>
          </a:stretch>
        </p:blipFill>
        <p:spPr>
          <a:xfrm>
            <a:off x="0" y="541287"/>
            <a:ext cx="6323421" cy="6331150"/>
          </a:xfrm>
        </p:spPr>
      </p:pic>
    </p:spTree>
    <p:extLst>
      <p:ext uri="{BB962C8B-B14F-4D97-AF65-F5344CB8AC3E}">
        <p14:creationId xmlns:p14="http://schemas.microsoft.com/office/powerpoint/2010/main" val="39329116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07D199B-816F-3FEE-D45F-B6C9EDA4E2EE}"/>
              </a:ext>
            </a:extLst>
          </p:cNvPr>
          <p:cNvSpPr>
            <a:spLocks noGrp="1"/>
          </p:cNvSpPr>
          <p:nvPr>
            <p:ph type="title"/>
          </p:nvPr>
        </p:nvSpPr>
        <p:spPr/>
        <p:txBody>
          <a:bodyPr/>
          <a:lstStyle/>
          <a:p>
            <a:r>
              <a:rPr lang="en-US"/>
              <a:t>Sample Headline</a:t>
            </a:r>
          </a:p>
        </p:txBody>
      </p:sp>
      <p:sp>
        <p:nvSpPr>
          <p:cNvPr id="6" name="Text Placeholder 5">
            <a:extLst>
              <a:ext uri="{FF2B5EF4-FFF2-40B4-BE49-F238E27FC236}">
                <a16:creationId xmlns:a16="http://schemas.microsoft.com/office/drawing/2014/main" id="{35C081B0-D2C7-5932-42C4-D4BC91F785CB}"/>
              </a:ext>
            </a:extLst>
          </p:cNvPr>
          <p:cNvSpPr>
            <a:spLocks noGrp="1"/>
          </p:cNvSpPr>
          <p:nvPr>
            <p:ph type="body" sz="quarter" idx="11"/>
          </p:nvPr>
        </p:nvSpPr>
        <p:spPr/>
        <p:txBody>
          <a:bodyPr/>
          <a:lstStyle/>
          <a:p>
            <a:r>
              <a:rPr lang="en-US"/>
              <a:t>SAMPLE PRESENTATION TITLE</a:t>
            </a:r>
          </a:p>
        </p:txBody>
      </p:sp>
      <p:sp>
        <p:nvSpPr>
          <p:cNvPr id="7" name="Text Placeholder 6">
            <a:extLst>
              <a:ext uri="{FF2B5EF4-FFF2-40B4-BE49-F238E27FC236}">
                <a16:creationId xmlns:a16="http://schemas.microsoft.com/office/drawing/2014/main" id="{526A806E-1A78-377A-4CC7-00A7827E062F}"/>
              </a:ext>
            </a:extLst>
          </p:cNvPr>
          <p:cNvSpPr>
            <a:spLocks noGrp="1"/>
          </p:cNvSpPr>
          <p:nvPr>
            <p:ph type="body" sz="quarter" idx="12"/>
          </p:nvPr>
        </p:nvSpPr>
        <p:spPr/>
        <p:txBody>
          <a:bodyPr/>
          <a:lstStyle/>
          <a:p>
            <a:fld id="{7465A6E0-D9A8-C648-ADEC-DAFB17B8F130}" type="slidenum">
              <a:rPr lang="en-US" smtClean="0"/>
              <a:t>38</a:t>
            </a:fld>
            <a:endParaRPr lang="en-US"/>
          </a:p>
        </p:txBody>
      </p:sp>
    </p:spTree>
    <p:extLst>
      <p:ext uri="{BB962C8B-B14F-4D97-AF65-F5344CB8AC3E}">
        <p14:creationId xmlns:p14="http://schemas.microsoft.com/office/powerpoint/2010/main" val="17396132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6F627D8-BB0A-70C4-6C98-E350381E31FE}"/>
              </a:ext>
            </a:extLst>
          </p:cNvPr>
          <p:cNvSpPr txBox="1"/>
          <p:nvPr/>
        </p:nvSpPr>
        <p:spPr>
          <a:xfrm>
            <a:off x="903889" y="681750"/>
            <a:ext cx="5528442" cy="369332"/>
          </a:xfrm>
          <a:prstGeom prst="rect">
            <a:avLst/>
          </a:prstGeom>
          <a:noFill/>
        </p:spPr>
        <p:txBody>
          <a:bodyPr wrap="square" rtlCol="0">
            <a:spAutoFit/>
          </a:bodyPr>
          <a:lstStyle/>
          <a:p>
            <a:r>
              <a:rPr lang="en-US" b="1" dirty="0">
                <a:solidFill>
                  <a:srgbClr val="003349"/>
                </a:solidFill>
                <a:latin typeface="Georgia" panose="02040502050405020303" pitchFamily="18" charset="0"/>
              </a:rPr>
              <a:t>Notes</a:t>
            </a:r>
          </a:p>
        </p:txBody>
      </p:sp>
      <p:sp>
        <p:nvSpPr>
          <p:cNvPr id="2" name="TextBox 1">
            <a:extLst>
              <a:ext uri="{FF2B5EF4-FFF2-40B4-BE49-F238E27FC236}">
                <a16:creationId xmlns:a16="http://schemas.microsoft.com/office/drawing/2014/main" id="{248485D8-6451-503D-ACB4-0532703C7F90}"/>
              </a:ext>
            </a:extLst>
          </p:cNvPr>
          <p:cNvSpPr txBox="1"/>
          <p:nvPr/>
        </p:nvSpPr>
        <p:spPr>
          <a:xfrm>
            <a:off x="903889" y="1352927"/>
            <a:ext cx="10347207" cy="5078313"/>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sz="1400" dirty="0">
                <a:solidFill>
                  <a:srgbClr val="003349"/>
                </a:solidFill>
                <a:latin typeface="Arial" panose="020B0604020202020204" pitchFamily="34" charset="0"/>
                <a:cs typeface="Arial" panose="020B0604020202020204" pitchFamily="34" charset="0"/>
              </a:rPr>
              <a:t>To build your presentation, use the existing slides and overwrite them with the desired content, or add slides by selecting one of the master layouts. You can do this by clicking the arrow next to the New Slide icon:</a:t>
            </a:r>
          </a:p>
          <a:p>
            <a:pPr lvl="1">
              <a:spcAft>
                <a:spcPts val="1200"/>
              </a:spcAft>
            </a:pPr>
            <a:endParaRPr lang="en-US" sz="1400" dirty="0">
              <a:solidFill>
                <a:srgbClr val="003349"/>
              </a:solidFill>
              <a:latin typeface="Arial" panose="020B0604020202020204" pitchFamily="34" charset="0"/>
              <a:cs typeface="Arial" panose="020B0604020202020204" pitchFamily="34" charset="0"/>
            </a:endParaRPr>
          </a:p>
          <a:p>
            <a:pPr marL="285750" indent="-285750">
              <a:spcAft>
                <a:spcPts val="1200"/>
              </a:spcAft>
              <a:buFont typeface="Arial" panose="020B0604020202020204" pitchFamily="34" charset="0"/>
              <a:buChar char="•"/>
            </a:pPr>
            <a:endParaRPr lang="en-US" sz="1400" dirty="0">
              <a:solidFill>
                <a:srgbClr val="003349"/>
              </a:solidFill>
              <a:latin typeface="Arial" panose="020B0604020202020204" pitchFamily="34" charset="0"/>
              <a:cs typeface="Arial" panose="020B0604020202020204" pitchFamily="34" charset="0"/>
            </a:endParaRPr>
          </a:p>
          <a:p>
            <a:pPr marL="285750" indent="-285750">
              <a:spcAft>
                <a:spcPts val="1200"/>
              </a:spcAft>
              <a:buFont typeface="Arial" panose="020B0604020202020204" pitchFamily="34" charset="0"/>
              <a:buChar char="•"/>
            </a:pPr>
            <a:r>
              <a:rPr lang="en-US" sz="1400" dirty="0">
                <a:solidFill>
                  <a:srgbClr val="003349"/>
                </a:solidFill>
                <a:latin typeface="Arial" panose="020B0604020202020204" pitchFamily="34" charset="0"/>
                <a:cs typeface="Arial" panose="020B0604020202020204" pitchFamily="34" charset="0"/>
              </a:rPr>
              <a:t>Slides 1-3 are title slide options, and 6-7 are divider slide options.</a:t>
            </a:r>
          </a:p>
          <a:p>
            <a:pPr marL="285750" indent="-285750">
              <a:spcAft>
                <a:spcPts val="1200"/>
              </a:spcAft>
              <a:buFont typeface="Arial" panose="020B0604020202020204" pitchFamily="34" charset="0"/>
              <a:buChar char="•"/>
            </a:pPr>
            <a:r>
              <a:rPr lang="en-US" sz="1400" dirty="0">
                <a:solidFill>
                  <a:srgbClr val="003349"/>
                </a:solidFill>
                <a:latin typeface="Arial" panose="020B0604020202020204" pitchFamily="34" charset="0"/>
                <a:cs typeface="Arial" panose="020B0604020202020204" pitchFamily="34" charset="0"/>
              </a:rPr>
              <a:t>The images on slides 8, 9, 11, and 12 are place holders and can be changed using the “Change Picture” tool in the “Picture Format” menu.</a:t>
            </a:r>
          </a:p>
          <a:p>
            <a:pPr marL="285750" indent="-285750">
              <a:spcAft>
                <a:spcPts val="1200"/>
              </a:spcAft>
              <a:buFont typeface="Arial" panose="020B0604020202020204" pitchFamily="34" charset="0"/>
              <a:buChar char="•"/>
            </a:pPr>
            <a:r>
              <a:rPr lang="en-US" sz="1400" dirty="0">
                <a:solidFill>
                  <a:srgbClr val="003349"/>
                </a:solidFill>
                <a:latin typeface="Arial" panose="020B0604020202020204" pitchFamily="34" charset="0"/>
                <a:cs typeface="Arial" panose="020B0604020202020204" pitchFamily="34" charset="0"/>
              </a:rPr>
              <a:t>You may edit the charts and graphs on slide 22 by selecting “Edit Data in Excel” from the “Chart Design” menu.</a:t>
            </a:r>
          </a:p>
          <a:p>
            <a:pPr marL="285750" indent="-285750">
              <a:spcAft>
                <a:spcPts val="1200"/>
              </a:spcAft>
              <a:buFont typeface="Arial" panose="020B0604020202020204" pitchFamily="34" charset="0"/>
              <a:buChar char="•"/>
            </a:pPr>
            <a:r>
              <a:rPr lang="en-US" sz="1400" dirty="0">
                <a:solidFill>
                  <a:srgbClr val="003349"/>
                </a:solidFill>
                <a:latin typeface="Arial" panose="020B0604020202020204" pitchFamily="34" charset="0"/>
                <a:cs typeface="Arial" panose="020B0604020202020204" pitchFamily="34" charset="0"/>
              </a:rPr>
              <a:t>View acceptable color pairings on slide 40.</a:t>
            </a:r>
          </a:p>
          <a:p>
            <a:pPr marL="285750" indent="-285750">
              <a:spcAft>
                <a:spcPts val="1200"/>
              </a:spcAft>
              <a:buFont typeface="Arial" panose="020B0604020202020204" pitchFamily="34" charset="0"/>
              <a:buChar char="•"/>
            </a:pPr>
            <a:r>
              <a:rPr lang="en-US" sz="1400" dirty="0">
                <a:solidFill>
                  <a:srgbClr val="003349"/>
                </a:solidFill>
                <a:latin typeface="Arial" panose="020B0604020202020204" pitchFamily="34" charset="0"/>
                <a:cs typeface="Arial" panose="020B0604020202020204" pitchFamily="34" charset="0"/>
              </a:rPr>
              <a:t>View slide 41 for a library of icons you can copy and paste into your presentation.</a:t>
            </a:r>
          </a:p>
          <a:p>
            <a:pPr marL="285750" indent="-285750">
              <a:spcAft>
                <a:spcPts val="1200"/>
              </a:spcAft>
              <a:buFont typeface="Arial" panose="020B0604020202020204" pitchFamily="34" charset="0"/>
              <a:buChar char="•"/>
            </a:pPr>
            <a:r>
              <a:rPr lang="en-US" sz="1400" dirty="0">
                <a:solidFill>
                  <a:srgbClr val="003349"/>
                </a:solidFill>
                <a:latin typeface="Arial" panose="020B0604020202020204" pitchFamily="34" charset="0"/>
                <a:cs typeface="Arial" panose="020B0604020202020204" pitchFamily="34" charset="0"/>
              </a:rPr>
              <a:t>All text should appear in Navy on a light background or Cream on a dark background. When pasting content, adjust to the proper color.</a:t>
            </a:r>
          </a:p>
          <a:p>
            <a:pPr marL="285750" indent="-285750">
              <a:spcAft>
                <a:spcPts val="1200"/>
              </a:spcAft>
              <a:buFont typeface="Arial" panose="020B0604020202020204" pitchFamily="34" charset="0"/>
              <a:buChar char="•"/>
            </a:pPr>
            <a:r>
              <a:rPr lang="en-US" sz="1400" dirty="0">
                <a:solidFill>
                  <a:srgbClr val="003349"/>
                </a:solidFill>
                <a:latin typeface="Arial" panose="020B0604020202020204" pitchFamily="34" charset="0"/>
                <a:cs typeface="Arial" panose="020B0604020202020204" pitchFamily="34" charset="0"/>
              </a:rPr>
              <a:t>Joybird and England slides are provided for those respected brands when needed. Images are placeholders and can be changed using the “Change Picture” tool in the “Picture Format” menu. Slide 27 has a title slide option for Joybird only. Slide 32 has a title slide for England only. The box on those slides should be deleted before using. </a:t>
            </a:r>
          </a:p>
          <a:p>
            <a:pPr marL="285750" indent="-285750">
              <a:spcAft>
                <a:spcPts val="1200"/>
              </a:spcAft>
              <a:buFont typeface="Arial" panose="020B0604020202020204" pitchFamily="34" charset="0"/>
              <a:buChar char="•"/>
            </a:pPr>
            <a:r>
              <a:rPr lang="en-US" sz="1400" dirty="0">
                <a:solidFill>
                  <a:srgbClr val="003349"/>
                </a:solidFill>
                <a:latin typeface="Arial" panose="020B0604020202020204" pitchFamily="34" charset="0"/>
                <a:cs typeface="Arial" panose="020B0604020202020204" pitchFamily="34" charset="0"/>
              </a:rPr>
              <a:t>Delete slides that are not utilized.</a:t>
            </a:r>
          </a:p>
        </p:txBody>
      </p:sp>
      <p:pic>
        <p:nvPicPr>
          <p:cNvPr id="5" name="Picture 4" descr="A close-up of a slide&#10;&#10;AI-generated content may be incorrect.">
            <a:extLst>
              <a:ext uri="{FF2B5EF4-FFF2-40B4-BE49-F238E27FC236}">
                <a16:creationId xmlns:a16="http://schemas.microsoft.com/office/drawing/2014/main" id="{2D22C7AA-4F34-C1F8-D58E-8DD43109428F}"/>
              </a:ext>
            </a:extLst>
          </p:cNvPr>
          <p:cNvPicPr>
            <a:picLocks noChangeAspect="1"/>
          </p:cNvPicPr>
          <p:nvPr/>
        </p:nvPicPr>
        <p:blipFill>
          <a:blip r:embed="rId2"/>
          <a:stretch>
            <a:fillRect/>
          </a:stretch>
        </p:blipFill>
        <p:spPr>
          <a:xfrm>
            <a:off x="8141560" y="1659327"/>
            <a:ext cx="850900" cy="977900"/>
          </a:xfrm>
          <a:prstGeom prst="rect">
            <a:avLst/>
          </a:prstGeom>
          <a:ln>
            <a:solidFill>
              <a:schemeClr val="accent5"/>
            </a:solidFill>
          </a:ln>
        </p:spPr>
      </p:pic>
    </p:spTree>
    <p:extLst>
      <p:ext uri="{BB962C8B-B14F-4D97-AF65-F5344CB8AC3E}">
        <p14:creationId xmlns:p14="http://schemas.microsoft.com/office/powerpoint/2010/main" val="22646131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A6C998E-3AA1-7233-B6BF-91207013CC0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2639B97-C06E-22D7-2F6D-62F2A20B0A2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2293600" cy="6858000"/>
          </a:xfrm>
          <a:prstGeom prst="rect">
            <a:avLst/>
          </a:prstGeom>
        </p:spPr>
      </p:pic>
      <p:sp>
        <p:nvSpPr>
          <p:cNvPr id="6" name="TextBox 5">
            <a:extLst>
              <a:ext uri="{FF2B5EF4-FFF2-40B4-BE49-F238E27FC236}">
                <a16:creationId xmlns:a16="http://schemas.microsoft.com/office/drawing/2014/main" id="{4AA1E8C2-E2CF-A2D8-45E5-6062868DB47E}"/>
              </a:ext>
            </a:extLst>
          </p:cNvPr>
          <p:cNvSpPr txBox="1"/>
          <p:nvPr/>
        </p:nvSpPr>
        <p:spPr>
          <a:xfrm>
            <a:off x="567557" y="604345"/>
            <a:ext cx="2839671" cy="646331"/>
          </a:xfrm>
          <a:prstGeom prst="rect">
            <a:avLst/>
          </a:prstGeom>
          <a:noFill/>
        </p:spPr>
        <p:txBody>
          <a:bodyPr wrap="square" rtlCol="0">
            <a:spAutoFit/>
          </a:bodyPr>
          <a:lstStyle/>
          <a:p>
            <a:r>
              <a:rPr lang="en-US" b="1" dirty="0">
                <a:solidFill>
                  <a:srgbClr val="003349"/>
                </a:solidFill>
                <a:latin typeface="Georgia" panose="02040502050405020303" pitchFamily="18" charset="0"/>
              </a:rPr>
              <a:t>PowerPoint Typography</a:t>
            </a:r>
          </a:p>
        </p:txBody>
      </p:sp>
    </p:spTree>
    <p:extLst>
      <p:ext uri="{BB962C8B-B14F-4D97-AF65-F5344CB8AC3E}">
        <p14:creationId xmlns:p14="http://schemas.microsoft.com/office/powerpoint/2010/main" val="21170675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39CE8D6-AC7A-D825-ABD8-53461B4CB631}"/>
            </a:ext>
          </a:extLst>
        </p:cNvPr>
        <p:cNvGrpSpPr/>
        <p:nvPr/>
      </p:nvGrpSpPr>
      <p:grpSpPr>
        <a:xfrm>
          <a:off x="0" y="0"/>
          <a:ext cx="0" cy="0"/>
          <a:chOff x="0" y="0"/>
          <a:chExt cx="0" cy="0"/>
        </a:xfrm>
      </p:grpSpPr>
      <p:pic>
        <p:nvPicPr>
          <p:cNvPr id="7" name="Picture 6" descr="A screenshot of a computer screen&#10;&#10;AI-generated content may be incorrect.">
            <a:extLst>
              <a:ext uri="{FF2B5EF4-FFF2-40B4-BE49-F238E27FC236}">
                <a16:creationId xmlns:a16="http://schemas.microsoft.com/office/drawing/2014/main" id="{B628F7DF-3880-4430-7565-E8B2FE0DDC3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8F463147-825A-26FE-3248-764ED0EA4599}"/>
              </a:ext>
            </a:extLst>
          </p:cNvPr>
          <p:cNvSpPr txBox="1"/>
          <p:nvPr/>
        </p:nvSpPr>
        <p:spPr>
          <a:xfrm>
            <a:off x="567558" y="604345"/>
            <a:ext cx="2442342" cy="369332"/>
          </a:xfrm>
          <a:prstGeom prst="rect">
            <a:avLst/>
          </a:prstGeom>
          <a:noFill/>
        </p:spPr>
        <p:txBody>
          <a:bodyPr wrap="square" rtlCol="0">
            <a:spAutoFit/>
          </a:bodyPr>
          <a:lstStyle/>
          <a:p>
            <a:r>
              <a:rPr lang="en-US" b="1" dirty="0">
                <a:solidFill>
                  <a:srgbClr val="003349"/>
                </a:solidFill>
                <a:latin typeface="Georgia" panose="02040502050405020303" pitchFamily="18" charset="0"/>
              </a:rPr>
              <a:t>Color Palette</a:t>
            </a:r>
          </a:p>
        </p:txBody>
      </p:sp>
      <p:sp>
        <p:nvSpPr>
          <p:cNvPr id="5" name="TextBox 4">
            <a:extLst>
              <a:ext uri="{FF2B5EF4-FFF2-40B4-BE49-F238E27FC236}">
                <a16:creationId xmlns:a16="http://schemas.microsoft.com/office/drawing/2014/main" id="{E76B6F98-950E-CCE1-5284-5AEA67C79678}"/>
              </a:ext>
            </a:extLst>
          </p:cNvPr>
          <p:cNvSpPr txBox="1"/>
          <p:nvPr/>
        </p:nvSpPr>
        <p:spPr>
          <a:xfrm>
            <a:off x="567558" y="1208690"/>
            <a:ext cx="2666625"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To ensure consistency, use these color formulas when creating materials. This color palette is built within the PowerPoint theme for ease of use.</a:t>
            </a:r>
          </a:p>
        </p:txBody>
      </p:sp>
    </p:spTree>
    <p:extLst>
      <p:ext uri="{BB962C8B-B14F-4D97-AF65-F5344CB8AC3E}">
        <p14:creationId xmlns:p14="http://schemas.microsoft.com/office/powerpoint/2010/main" val="1687417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90A236A-8C10-843A-3106-215895FE8444}"/>
            </a:ext>
          </a:extLst>
        </p:cNvPr>
        <p:cNvGrpSpPr/>
        <p:nvPr/>
      </p:nvGrpSpPr>
      <p:grpSpPr>
        <a:xfrm>
          <a:off x="0" y="0"/>
          <a:ext cx="0" cy="0"/>
          <a:chOff x="0" y="0"/>
          <a:chExt cx="0" cy="0"/>
        </a:xfrm>
      </p:grpSpPr>
      <p:pic>
        <p:nvPicPr>
          <p:cNvPr id="3" name="Picture 2" descr="A screenshot of a computer game&#10;&#10;AI-generated content may be incorrect.">
            <a:extLst>
              <a:ext uri="{FF2B5EF4-FFF2-40B4-BE49-F238E27FC236}">
                <a16:creationId xmlns:a16="http://schemas.microsoft.com/office/drawing/2014/main" id="{39A253F7-226F-B236-DB7F-675ABAB150F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03889" y="2693276"/>
            <a:ext cx="10163494" cy="2025869"/>
          </a:xfrm>
          <a:prstGeom prst="rect">
            <a:avLst/>
          </a:prstGeom>
        </p:spPr>
      </p:pic>
      <p:sp>
        <p:nvSpPr>
          <p:cNvPr id="4" name="TextBox 3">
            <a:extLst>
              <a:ext uri="{FF2B5EF4-FFF2-40B4-BE49-F238E27FC236}">
                <a16:creationId xmlns:a16="http://schemas.microsoft.com/office/drawing/2014/main" id="{005C0751-D8A4-422A-AC6E-3DD94C8C828F}"/>
              </a:ext>
            </a:extLst>
          </p:cNvPr>
          <p:cNvSpPr txBox="1"/>
          <p:nvPr/>
        </p:nvSpPr>
        <p:spPr>
          <a:xfrm>
            <a:off x="903889" y="1366345"/>
            <a:ext cx="5528442" cy="369332"/>
          </a:xfrm>
          <a:prstGeom prst="rect">
            <a:avLst/>
          </a:prstGeom>
          <a:noFill/>
        </p:spPr>
        <p:txBody>
          <a:bodyPr wrap="square" rtlCol="0">
            <a:spAutoFit/>
          </a:bodyPr>
          <a:lstStyle/>
          <a:p>
            <a:r>
              <a:rPr lang="en-US" b="1" dirty="0">
                <a:solidFill>
                  <a:srgbClr val="003349"/>
                </a:solidFill>
                <a:latin typeface="Georgia" panose="02040502050405020303" pitchFamily="18" charset="0"/>
              </a:rPr>
              <a:t>Color Pairings</a:t>
            </a:r>
          </a:p>
        </p:txBody>
      </p:sp>
      <p:sp>
        <p:nvSpPr>
          <p:cNvPr id="5" name="TextBox 4">
            <a:extLst>
              <a:ext uri="{FF2B5EF4-FFF2-40B4-BE49-F238E27FC236}">
                <a16:creationId xmlns:a16="http://schemas.microsoft.com/office/drawing/2014/main" id="{F420EEC9-39CF-1479-F727-2593A964999C}"/>
              </a:ext>
            </a:extLst>
          </p:cNvPr>
          <p:cNvSpPr txBox="1"/>
          <p:nvPr/>
        </p:nvSpPr>
        <p:spPr>
          <a:xfrm>
            <a:off x="903889" y="2049517"/>
            <a:ext cx="4950373" cy="523220"/>
          </a:xfrm>
          <a:prstGeom prst="rect">
            <a:avLst/>
          </a:prstGeom>
          <a:noFill/>
        </p:spPr>
        <p:txBody>
          <a:bodyPr wrap="square" rtlCol="0">
            <a:spAutoFit/>
          </a:bodyPr>
          <a:lstStyle/>
          <a:p>
            <a:r>
              <a:rPr lang="en-US" sz="1400" b="1" dirty="0">
                <a:solidFill>
                  <a:srgbClr val="005C43"/>
                </a:solidFill>
                <a:latin typeface="Arial" panose="020B0604020202020204" pitchFamily="34" charset="0"/>
                <a:cs typeface="Arial" panose="020B0604020202020204" pitchFamily="34" charset="0"/>
              </a:rPr>
              <a:t>DO: </a:t>
            </a:r>
            <a:r>
              <a:rPr lang="en-US" sz="1400" dirty="0">
                <a:latin typeface="Arial" panose="020B0604020202020204" pitchFamily="34" charset="0"/>
                <a:cs typeface="Arial" panose="020B0604020202020204" pitchFamily="34" charset="0"/>
              </a:rPr>
              <a:t>The following are the go-to color combination when color blocking</a:t>
            </a:r>
          </a:p>
        </p:txBody>
      </p:sp>
      <p:sp>
        <p:nvSpPr>
          <p:cNvPr id="6" name="TextBox 5">
            <a:extLst>
              <a:ext uri="{FF2B5EF4-FFF2-40B4-BE49-F238E27FC236}">
                <a16:creationId xmlns:a16="http://schemas.microsoft.com/office/drawing/2014/main" id="{07FC3C22-E513-194F-A9A2-CBFDEEFF086E}"/>
              </a:ext>
            </a:extLst>
          </p:cNvPr>
          <p:cNvSpPr txBox="1"/>
          <p:nvPr/>
        </p:nvSpPr>
        <p:spPr>
          <a:xfrm>
            <a:off x="6721365" y="2049517"/>
            <a:ext cx="4950373" cy="523220"/>
          </a:xfrm>
          <a:prstGeom prst="rect">
            <a:avLst/>
          </a:prstGeom>
          <a:noFill/>
        </p:spPr>
        <p:txBody>
          <a:bodyPr wrap="square" rtlCol="0">
            <a:spAutoFit/>
          </a:bodyPr>
          <a:lstStyle/>
          <a:p>
            <a:r>
              <a:rPr lang="en-US" sz="1400" b="1" dirty="0">
                <a:solidFill>
                  <a:srgbClr val="5F2528"/>
                </a:solidFill>
                <a:latin typeface="Arial" panose="020B0604020202020204" pitchFamily="34" charset="0"/>
                <a:cs typeface="Arial" panose="020B0604020202020204" pitchFamily="34" charset="0"/>
              </a:rPr>
              <a:t>DO NOT:</a:t>
            </a:r>
            <a:r>
              <a:rPr lang="en-US" sz="1400" dirty="0">
                <a:solidFill>
                  <a:srgbClr val="003349"/>
                </a:solidFill>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Place the following colors next to or on top of each other</a:t>
            </a:r>
          </a:p>
        </p:txBody>
      </p:sp>
    </p:spTree>
    <p:extLst>
      <p:ext uri="{BB962C8B-B14F-4D97-AF65-F5344CB8AC3E}">
        <p14:creationId xmlns:p14="http://schemas.microsoft.com/office/powerpoint/2010/main" val="594131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2D304B-F95F-B3CF-CEFB-409BA31D54B4}"/>
              </a:ext>
            </a:extLst>
          </p:cNvPr>
          <p:cNvPicPr>
            <a:picLocks noChangeAspect="1"/>
          </p:cNvPicPr>
          <p:nvPr/>
        </p:nvPicPr>
        <p:blipFill>
          <a:blip r:embed="rId2"/>
          <a:stretch>
            <a:fillRect/>
          </a:stretch>
        </p:blipFill>
        <p:spPr>
          <a:xfrm>
            <a:off x="946824" y="1759355"/>
            <a:ext cx="507844" cy="507844"/>
          </a:xfrm>
          <a:prstGeom prst="rect">
            <a:avLst/>
          </a:prstGeom>
        </p:spPr>
      </p:pic>
      <p:pic>
        <p:nvPicPr>
          <p:cNvPr id="5" name="Picture 4">
            <a:extLst>
              <a:ext uri="{FF2B5EF4-FFF2-40B4-BE49-F238E27FC236}">
                <a16:creationId xmlns:a16="http://schemas.microsoft.com/office/drawing/2014/main" id="{101F3F40-01DA-02D0-5706-4A0BD31581D6}"/>
              </a:ext>
            </a:extLst>
          </p:cNvPr>
          <p:cNvPicPr>
            <a:picLocks noChangeAspect="1"/>
          </p:cNvPicPr>
          <p:nvPr/>
        </p:nvPicPr>
        <p:blipFill>
          <a:blip r:embed="rId3"/>
          <a:stretch>
            <a:fillRect/>
          </a:stretch>
        </p:blipFill>
        <p:spPr>
          <a:xfrm>
            <a:off x="1962507" y="1741844"/>
            <a:ext cx="472820" cy="542867"/>
          </a:xfrm>
          <a:prstGeom prst="rect">
            <a:avLst/>
          </a:prstGeom>
        </p:spPr>
      </p:pic>
      <p:pic>
        <p:nvPicPr>
          <p:cNvPr id="6" name="Picture 5">
            <a:extLst>
              <a:ext uri="{FF2B5EF4-FFF2-40B4-BE49-F238E27FC236}">
                <a16:creationId xmlns:a16="http://schemas.microsoft.com/office/drawing/2014/main" id="{416A4817-E030-CDB6-A211-2FE3E7B54582}"/>
              </a:ext>
            </a:extLst>
          </p:cNvPr>
          <p:cNvPicPr>
            <a:picLocks noChangeAspect="1"/>
          </p:cNvPicPr>
          <p:nvPr/>
        </p:nvPicPr>
        <p:blipFill>
          <a:blip r:embed="rId4"/>
          <a:stretch>
            <a:fillRect/>
          </a:stretch>
        </p:blipFill>
        <p:spPr>
          <a:xfrm>
            <a:off x="2923545" y="1759355"/>
            <a:ext cx="507844" cy="507844"/>
          </a:xfrm>
          <a:prstGeom prst="rect">
            <a:avLst/>
          </a:prstGeom>
        </p:spPr>
      </p:pic>
      <p:pic>
        <p:nvPicPr>
          <p:cNvPr id="7" name="Picture 6">
            <a:extLst>
              <a:ext uri="{FF2B5EF4-FFF2-40B4-BE49-F238E27FC236}">
                <a16:creationId xmlns:a16="http://schemas.microsoft.com/office/drawing/2014/main" id="{92CE7E23-E494-3557-480C-5135121866F2}"/>
              </a:ext>
            </a:extLst>
          </p:cNvPr>
          <p:cNvPicPr>
            <a:picLocks noChangeAspect="1"/>
          </p:cNvPicPr>
          <p:nvPr/>
        </p:nvPicPr>
        <p:blipFill>
          <a:blip r:embed="rId5"/>
          <a:stretch>
            <a:fillRect/>
          </a:stretch>
        </p:blipFill>
        <p:spPr>
          <a:xfrm>
            <a:off x="3954224" y="1759355"/>
            <a:ext cx="507844" cy="507844"/>
          </a:xfrm>
          <a:prstGeom prst="rect">
            <a:avLst/>
          </a:prstGeom>
        </p:spPr>
      </p:pic>
      <p:pic>
        <p:nvPicPr>
          <p:cNvPr id="8" name="Picture 7">
            <a:extLst>
              <a:ext uri="{FF2B5EF4-FFF2-40B4-BE49-F238E27FC236}">
                <a16:creationId xmlns:a16="http://schemas.microsoft.com/office/drawing/2014/main" id="{4F731740-9F00-E0D6-8D35-86C74E3DB667}"/>
              </a:ext>
            </a:extLst>
          </p:cNvPr>
          <p:cNvPicPr>
            <a:picLocks noChangeAspect="1"/>
          </p:cNvPicPr>
          <p:nvPr/>
        </p:nvPicPr>
        <p:blipFill>
          <a:blip r:embed="rId6"/>
          <a:stretch>
            <a:fillRect/>
          </a:stretch>
        </p:blipFill>
        <p:spPr>
          <a:xfrm>
            <a:off x="4963014" y="1759355"/>
            <a:ext cx="507844" cy="507844"/>
          </a:xfrm>
          <a:prstGeom prst="rect">
            <a:avLst/>
          </a:prstGeom>
        </p:spPr>
      </p:pic>
      <p:pic>
        <p:nvPicPr>
          <p:cNvPr id="9" name="Picture 8">
            <a:extLst>
              <a:ext uri="{FF2B5EF4-FFF2-40B4-BE49-F238E27FC236}">
                <a16:creationId xmlns:a16="http://schemas.microsoft.com/office/drawing/2014/main" id="{C831D969-C7EE-FEBA-3530-3FDF684D0D25}"/>
              </a:ext>
            </a:extLst>
          </p:cNvPr>
          <p:cNvPicPr>
            <a:picLocks noChangeAspect="1"/>
          </p:cNvPicPr>
          <p:nvPr/>
        </p:nvPicPr>
        <p:blipFill>
          <a:blip r:embed="rId7"/>
          <a:stretch>
            <a:fillRect/>
          </a:stretch>
        </p:blipFill>
        <p:spPr>
          <a:xfrm>
            <a:off x="5971803" y="1781246"/>
            <a:ext cx="507842" cy="464063"/>
          </a:xfrm>
          <a:prstGeom prst="rect">
            <a:avLst/>
          </a:prstGeom>
        </p:spPr>
      </p:pic>
      <p:pic>
        <p:nvPicPr>
          <p:cNvPr id="10" name="Picture 9">
            <a:extLst>
              <a:ext uri="{FF2B5EF4-FFF2-40B4-BE49-F238E27FC236}">
                <a16:creationId xmlns:a16="http://schemas.microsoft.com/office/drawing/2014/main" id="{502B3F45-DA77-8873-CC20-D95DBE5044E2}"/>
              </a:ext>
            </a:extLst>
          </p:cNvPr>
          <p:cNvPicPr>
            <a:picLocks noChangeAspect="1"/>
          </p:cNvPicPr>
          <p:nvPr/>
        </p:nvPicPr>
        <p:blipFill>
          <a:blip r:embed="rId8"/>
          <a:stretch>
            <a:fillRect/>
          </a:stretch>
        </p:blipFill>
        <p:spPr>
          <a:xfrm>
            <a:off x="7055017" y="1759355"/>
            <a:ext cx="367749" cy="507844"/>
          </a:xfrm>
          <a:prstGeom prst="rect">
            <a:avLst/>
          </a:prstGeom>
        </p:spPr>
      </p:pic>
      <p:pic>
        <p:nvPicPr>
          <p:cNvPr id="11" name="Picture 10">
            <a:extLst>
              <a:ext uri="{FF2B5EF4-FFF2-40B4-BE49-F238E27FC236}">
                <a16:creationId xmlns:a16="http://schemas.microsoft.com/office/drawing/2014/main" id="{28FA53C2-631A-C9F7-0525-D55789D7B117}"/>
              </a:ext>
            </a:extLst>
          </p:cNvPr>
          <p:cNvPicPr>
            <a:picLocks noChangeAspect="1"/>
          </p:cNvPicPr>
          <p:nvPr/>
        </p:nvPicPr>
        <p:blipFill>
          <a:blip r:embed="rId9"/>
          <a:stretch>
            <a:fillRect/>
          </a:stretch>
        </p:blipFill>
        <p:spPr>
          <a:xfrm>
            <a:off x="8003840" y="1759355"/>
            <a:ext cx="341481" cy="507844"/>
          </a:xfrm>
          <a:prstGeom prst="rect">
            <a:avLst/>
          </a:prstGeom>
        </p:spPr>
      </p:pic>
      <p:pic>
        <p:nvPicPr>
          <p:cNvPr id="12" name="Picture 11">
            <a:extLst>
              <a:ext uri="{FF2B5EF4-FFF2-40B4-BE49-F238E27FC236}">
                <a16:creationId xmlns:a16="http://schemas.microsoft.com/office/drawing/2014/main" id="{33F5FA97-629F-7E4E-C4D7-989A30C04E85}"/>
              </a:ext>
            </a:extLst>
          </p:cNvPr>
          <p:cNvPicPr>
            <a:picLocks noChangeAspect="1"/>
          </p:cNvPicPr>
          <p:nvPr/>
        </p:nvPicPr>
        <p:blipFill>
          <a:blip r:embed="rId10"/>
          <a:stretch>
            <a:fillRect/>
          </a:stretch>
        </p:blipFill>
        <p:spPr>
          <a:xfrm>
            <a:off x="8980951" y="1794379"/>
            <a:ext cx="464065" cy="437797"/>
          </a:xfrm>
          <a:prstGeom prst="rect">
            <a:avLst/>
          </a:prstGeom>
        </p:spPr>
      </p:pic>
      <p:pic>
        <p:nvPicPr>
          <p:cNvPr id="13" name="Picture 12">
            <a:extLst>
              <a:ext uri="{FF2B5EF4-FFF2-40B4-BE49-F238E27FC236}">
                <a16:creationId xmlns:a16="http://schemas.microsoft.com/office/drawing/2014/main" id="{32E72F3E-A376-66F2-072D-375D8CBA958A}"/>
              </a:ext>
            </a:extLst>
          </p:cNvPr>
          <p:cNvPicPr>
            <a:picLocks noChangeAspect="1"/>
          </p:cNvPicPr>
          <p:nvPr/>
        </p:nvPicPr>
        <p:blipFill>
          <a:blip r:embed="rId11"/>
          <a:stretch>
            <a:fillRect/>
          </a:stretch>
        </p:blipFill>
        <p:spPr>
          <a:xfrm>
            <a:off x="9948293" y="1772489"/>
            <a:ext cx="464064" cy="481576"/>
          </a:xfrm>
          <a:prstGeom prst="rect">
            <a:avLst/>
          </a:prstGeom>
        </p:spPr>
      </p:pic>
      <p:pic>
        <p:nvPicPr>
          <p:cNvPr id="14" name="Picture 13">
            <a:extLst>
              <a:ext uri="{FF2B5EF4-FFF2-40B4-BE49-F238E27FC236}">
                <a16:creationId xmlns:a16="http://schemas.microsoft.com/office/drawing/2014/main" id="{7F2F464F-8116-6183-4B0B-24DDD39F53D2}"/>
              </a:ext>
            </a:extLst>
          </p:cNvPr>
          <p:cNvPicPr>
            <a:picLocks noChangeAspect="1"/>
          </p:cNvPicPr>
          <p:nvPr/>
        </p:nvPicPr>
        <p:blipFill>
          <a:blip r:embed="rId12"/>
          <a:stretch>
            <a:fillRect/>
          </a:stretch>
        </p:blipFill>
        <p:spPr>
          <a:xfrm>
            <a:off x="10906304" y="1781246"/>
            <a:ext cx="499086" cy="464063"/>
          </a:xfrm>
          <a:prstGeom prst="rect">
            <a:avLst/>
          </a:prstGeom>
        </p:spPr>
      </p:pic>
      <p:pic>
        <p:nvPicPr>
          <p:cNvPr id="15" name="Picture 14">
            <a:extLst>
              <a:ext uri="{FF2B5EF4-FFF2-40B4-BE49-F238E27FC236}">
                <a16:creationId xmlns:a16="http://schemas.microsoft.com/office/drawing/2014/main" id="{E32F7C08-32AD-B466-3E9E-D3310CBC62DF}"/>
              </a:ext>
            </a:extLst>
          </p:cNvPr>
          <p:cNvPicPr>
            <a:picLocks noChangeAspect="1"/>
          </p:cNvPicPr>
          <p:nvPr/>
        </p:nvPicPr>
        <p:blipFill>
          <a:blip r:embed="rId13"/>
          <a:stretch>
            <a:fillRect/>
          </a:stretch>
        </p:blipFill>
        <p:spPr>
          <a:xfrm>
            <a:off x="946824" y="2768267"/>
            <a:ext cx="507844" cy="499088"/>
          </a:xfrm>
          <a:prstGeom prst="rect">
            <a:avLst/>
          </a:prstGeom>
        </p:spPr>
      </p:pic>
      <p:pic>
        <p:nvPicPr>
          <p:cNvPr id="16" name="Picture 15">
            <a:extLst>
              <a:ext uri="{FF2B5EF4-FFF2-40B4-BE49-F238E27FC236}">
                <a16:creationId xmlns:a16="http://schemas.microsoft.com/office/drawing/2014/main" id="{FD06F3E7-E247-1F4E-6272-00A7B7EA7010}"/>
              </a:ext>
            </a:extLst>
          </p:cNvPr>
          <p:cNvPicPr>
            <a:picLocks noChangeAspect="1"/>
          </p:cNvPicPr>
          <p:nvPr/>
        </p:nvPicPr>
        <p:blipFill>
          <a:blip r:embed="rId14"/>
          <a:stretch>
            <a:fillRect/>
          </a:stretch>
        </p:blipFill>
        <p:spPr>
          <a:xfrm>
            <a:off x="1944995" y="2768267"/>
            <a:ext cx="507844" cy="499088"/>
          </a:xfrm>
          <a:prstGeom prst="rect">
            <a:avLst/>
          </a:prstGeom>
        </p:spPr>
      </p:pic>
      <p:pic>
        <p:nvPicPr>
          <p:cNvPr id="17" name="Picture 16">
            <a:extLst>
              <a:ext uri="{FF2B5EF4-FFF2-40B4-BE49-F238E27FC236}">
                <a16:creationId xmlns:a16="http://schemas.microsoft.com/office/drawing/2014/main" id="{20AC915A-4F16-2E83-6F20-0689CBAF9E44}"/>
              </a:ext>
            </a:extLst>
          </p:cNvPr>
          <p:cNvPicPr>
            <a:picLocks noChangeAspect="1"/>
          </p:cNvPicPr>
          <p:nvPr/>
        </p:nvPicPr>
        <p:blipFill>
          <a:blip r:embed="rId15"/>
          <a:stretch>
            <a:fillRect/>
          </a:stretch>
        </p:blipFill>
        <p:spPr>
          <a:xfrm>
            <a:off x="2945436" y="2785780"/>
            <a:ext cx="464063" cy="464063"/>
          </a:xfrm>
          <a:prstGeom prst="rect">
            <a:avLst/>
          </a:prstGeom>
        </p:spPr>
      </p:pic>
      <p:pic>
        <p:nvPicPr>
          <p:cNvPr id="18" name="Picture 17">
            <a:extLst>
              <a:ext uri="{FF2B5EF4-FFF2-40B4-BE49-F238E27FC236}">
                <a16:creationId xmlns:a16="http://schemas.microsoft.com/office/drawing/2014/main" id="{AE895EAF-82B4-C86F-6F59-DA37BB1A45D6}"/>
              </a:ext>
            </a:extLst>
          </p:cNvPr>
          <p:cNvPicPr>
            <a:picLocks noChangeAspect="1"/>
          </p:cNvPicPr>
          <p:nvPr/>
        </p:nvPicPr>
        <p:blipFill>
          <a:blip r:embed="rId16"/>
          <a:stretch>
            <a:fillRect/>
          </a:stretch>
        </p:blipFill>
        <p:spPr>
          <a:xfrm>
            <a:off x="3984871" y="2794536"/>
            <a:ext cx="446551" cy="446551"/>
          </a:xfrm>
          <a:prstGeom prst="rect">
            <a:avLst/>
          </a:prstGeom>
        </p:spPr>
      </p:pic>
      <p:pic>
        <p:nvPicPr>
          <p:cNvPr id="19" name="Picture 18">
            <a:extLst>
              <a:ext uri="{FF2B5EF4-FFF2-40B4-BE49-F238E27FC236}">
                <a16:creationId xmlns:a16="http://schemas.microsoft.com/office/drawing/2014/main" id="{816C1BF8-8B11-A3D0-236D-AC302B531DD7}"/>
              </a:ext>
            </a:extLst>
          </p:cNvPr>
          <p:cNvPicPr>
            <a:picLocks noChangeAspect="1"/>
          </p:cNvPicPr>
          <p:nvPr/>
        </p:nvPicPr>
        <p:blipFill>
          <a:blip r:embed="rId17"/>
          <a:stretch>
            <a:fillRect/>
          </a:stretch>
        </p:blipFill>
        <p:spPr>
          <a:xfrm>
            <a:off x="4963014" y="2763889"/>
            <a:ext cx="507844" cy="507844"/>
          </a:xfrm>
          <a:prstGeom prst="rect">
            <a:avLst/>
          </a:prstGeom>
        </p:spPr>
      </p:pic>
      <p:pic>
        <p:nvPicPr>
          <p:cNvPr id="20" name="Picture 19">
            <a:extLst>
              <a:ext uri="{FF2B5EF4-FFF2-40B4-BE49-F238E27FC236}">
                <a16:creationId xmlns:a16="http://schemas.microsoft.com/office/drawing/2014/main" id="{A4BB272E-D1A2-6C15-D63A-878134F05AD0}"/>
              </a:ext>
            </a:extLst>
          </p:cNvPr>
          <p:cNvPicPr>
            <a:picLocks noChangeAspect="1"/>
          </p:cNvPicPr>
          <p:nvPr/>
        </p:nvPicPr>
        <p:blipFill>
          <a:blip r:embed="rId18"/>
          <a:stretch>
            <a:fillRect/>
          </a:stretch>
        </p:blipFill>
        <p:spPr>
          <a:xfrm>
            <a:off x="5971802" y="2763889"/>
            <a:ext cx="507844" cy="507844"/>
          </a:xfrm>
          <a:prstGeom prst="rect">
            <a:avLst/>
          </a:prstGeom>
        </p:spPr>
      </p:pic>
      <p:pic>
        <p:nvPicPr>
          <p:cNvPr id="21" name="Picture 20">
            <a:extLst>
              <a:ext uri="{FF2B5EF4-FFF2-40B4-BE49-F238E27FC236}">
                <a16:creationId xmlns:a16="http://schemas.microsoft.com/office/drawing/2014/main" id="{A1D5E9BB-9882-576A-3E1B-B64343804CD9}"/>
              </a:ext>
            </a:extLst>
          </p:cNvPr>
          <p:cNvPicPr>
            <a:picLocks noChangeAspect="1"/>
          </p:cNvPicPr>
          <p:nvPr/>
        </p:nvPicPr>
        <p:blipFill>
          <a:blip r:embed="rId19"/>
          <a:stretch>
            <a:fillRect/>
          </a:stretch>
        </p:blipFill>
        <p:spPr>
          <a:xfrm>
            <a:off x="6984969" y="2763889"/>
            <a:ext cx="507844" cy="507844"/>
          </a:xfrm>
          <a:prstGeom prst="rect">
            <a:avLst/>
          </a:prstGeom>
        </p:spPr>
      </p:pic>
      <p:pic>
        <p:nvPicPr>
          <p:cNvPr id="22" name="Picture 21">
            <a:extLst>
              <a:ext uri="{FF2B5EF4-FFF2-40B4-BE49-F238E27FC236}">
                <a16:creationId xmlns:a16="http://schemas.microsoft.com/office/drawing/2014/main" id="{CADE573A-9E54-9BD5-135D-047E91E9A7D9}"/>
              </a:ext>
            </a:extLst>
          </p:cNvPr>
          <p:cNvPicPr>
            <a:picLocks noChangeAspect="1"/>
          </p:cNvPicPr>
          <p:nvPr/>
        </p:nvPicPr>
        <p:blipFill>
          <a:blip r:embed="rId20"/>
          <a:stretch>
            <a:fillRect/>
          </a:stretch>
        </p:blipFill>
        <p:spPr>
          <a:xfrm>
            <a:off x="7920658" y="2763889"/>
            <a:ext cx="507844" cy="507844"/>
          </a:xfrm>
          <a:prstGeom prst="rect">
            <a:avLst/>
          </a:prstGeom>
        </p:spPr>
      </p:pic>
      <p:pic>
        <p:nvPicPr>
          <p:cNvPr id="23" name="Picture 22">
            <a:extLst>
              <a:ext uri="{FF2B5EF4-FFF2-40B4-BE49-F238E27FC236}">
                <a16:creationId xmlns:a16="http://schemas.microsoft.com/office/drawing/2014/main" id="{A8C170D1-6C2C-1D7C-15BC-A9F435E1E115}"/>
              </a:ext>
            </a:extLst>
          </p:cNvPr>
          <p:cNvPicPr>
            <a:picLocks noChangeAspect="1"/>
          </p:cNvPicPr>
          <p:nvPr/>
        </p:nvPicPr>
        <p:blipFill>
          <a:blip r:embed="rId21"/>
          <a:stretch>
            <a:fillRect/>
          </a:stretch>
        </p:blipFill>
        <p:spPr>
          <a:xfrm>
            <a:off x="8950305" y="2763889"/>
            <a:ext cx="525356" cy="507844"/>
          </a:xfrm>
          <a:prstGeom prst="rect">
            <a:avLst/>
          </a:prstGeom>
        </p:spPr>
      </p:pic>
      <p:pic>
        <p:nvPicPr>
          <p:cNvPr id="24" name="Picture 23">
            <a:extLst>
              <a:ext uri="{FF2B5EF4-FFF2-40B4-BE49-F238E27FC236}">
                <a16:creationId xmlns:a16="http://schemas.microsoft.com/office/drawing/2014/main" id="{B14D4D76-4FCF-93DA-FA88-360860A8D48C}"/>
              </a:ext>
            </a:extLst>
          </p:cNvPr>
          <p:cNvPicPr>
            <a:picLocks noChangeAspect="1"/>
          </p:cNvPicPr>
          <p:nvPr/>
        </p:nvPicPr>
        <p:blipFill>
          <a:blip r:embed="rId22"/>
          <a:stretch>
            <a:fillRect/>
          </a:stretch>
        </p:blipFill>
        <p:spPr>
          <a:xfrm>
            <a:off x="9974561" y="2763889"/>
            <a:ext cx="411528" cy="507844"/>
          </a:xfrm>
          <a:prstGeom prst="rect">
            <a:avLst/>
          </a:prstGeom>
        </p:spPr>
      </p:pic>
      <p:pic>
        <p:nvPicPr>
          <p:cNvPr id="25" name="Picture 24">
            <a:extLst>
              <a:ext uri="{FF2B5EF4-FFF2-40B4-BE49-F238E27FC236}">
                <a16:creationId xmlns:a16="http://schemas.microsoft.com/office/drawing/2014/main" id="{601EDBF2-DEB8-B862-BDC4-DED4BCD8AA0F}"/>
              </a:ext>
            </a:extLst>
          </p:cNvPr>
          <p:cNvPicPr>
            <a:picLocks noChangeAspect="1"/>
          </p:cNvPicPr>
          <p:nvPr/>
        </p:nvPicPr>
        <p:blipFill>
          <a:blip r:embed="rId23"/>
          <a:stretch>
            <a:fillRect/>
          </a:stretch>
        </p:blipFill>
        <p:spPr>
          <a:xfrm>
            <a:off x="10901925" y="2763889"/>
            <a:ext cx="507844" cy="507844"/>
          </a:xfrm>
          <a:prstGeom prst="rect">
            <a:avLst/>
          </a:prstGeom>
        </p:spPr>
      </p:pic>
      <p:pic>
        <p:nvPicPr>
          <p:cNvPr id="26" name="Picture 25">
            <a:extLst>
              <a:ext uri="{FF2B5EF4-FFF2-40B4-BE49-F238E27FC236}">
                <a16:creationId xmlns:a16="http://schemas.microsoft.com/office/drawing/2014/main" id="{BB5EC03C-28E3-E636-A3FA-09AD3B3BB24D}"/>
              </a:ext>
            </a:extLst>
          </p:cNvPr>
          <p:cNvPicPr>
            <a:picLocks noChangeAspect="1"/>
          </p:cNvPicPr>
          <p:nvPr/>
        </p:nvPicPr>
        <p:blipFill>
          <a:blip r:embed="rId24"/>
          <a:stretch>
            <a:fillRect/>
          </a:stretch>
        </p:blipFill>
        <p:spPr>
          <a:xfrm>
            <a:off x="968715" y="3704603"/>
            <a:ext cx="464063" cy="411528"/>
          </a:xfrm>
          <a:prstGeom prst="rect">
            <a:avLst/>
          </a:prstGeom>
        </p:spPr>
      </p:pic>
      <p:pic>
        <p:nvPicPr>
          <p:cNvPr id="27" name="Picture 26">
            <a:extLst>
              <a:ext uri="{FF2B5EF4-FFF2-40B4-BE49-F238E27FC236}">
                <a16:creationId xmlns:a16="http://schemas.microsoft.com/office/drawing/2014/main" id="{5DBCDDFA-A2E0-5D94-69BD-71694ED01C5E}"/>
              </a:ext>
            </a:extLst>
          </p:cNvPr>
          <p:cNvPicPr>
            <a:picLocks noChangeAspect="1"/>
          </p:cNvPicPr>
          <p:nvPr/>
        </p:nvPicPr>
        <p:blipFill>
          <a:blip r:embed="rId25"/>
          <a:stretch>
            <a:fillRect/>
          </a:stretch>
        </p:blipFill>
        <p:spPr>
          <a:xfrm>
            <a:off x="1944995" y="3656445"/>
            <a:ext cx="507844" cy="507844"/>
          </a:xfrm>
          <a:prstGeom prst="rect">
            <a:avLst/>
          </a:prstGeom>
        </p:spPr>
      </p:pic>
      <p:pic>
        <p:nvPicPr>
          <p:cNvPr id="28" name="Picture 27">
            <a:extLst>
              <a:ext uri="{FF2B5EF4-FFF2-40B4-BE49-F238E27FC236}">
                <a16:creationId xmlns:a16="http://schemas.microsoft.com/office/drawing/2014/main" id="{842E42E9-632F-382F-284C-45F4E0E85B19}"/>
              </a:ext>
            </a:extLst>
          </p:cNvPr>
          <p:cNvPicPr>
            <a:picLocks noChangeAspect="1"/>
          </p:cNvPicPr>
          <p:nvPr/>
        </p:nvPicPr>
        <p:blipFill>
          <a:blip r:embed="rId26"/>
          <a:stretch>
            <a:fillRect/>
          </a:stretch>
        </p:blipFill>
        <p:spPr>
          <a:xfrm>
            <a:off x="2945436" y="3678336"/>
            <a:ext cx="464063" cy="464063"/>
          </a:xfrm>
          <a:prstGeom prst="rect">
            <a:avLst/>
          </a:prstGeom>
        </p:spPr>
      </p:pic>
      <p:pic>
        <p:nvPicPr>
          <p:cNvPr id="29" name="Picture 28">
            <a:extLst>
              <a:ext uri="{FF2B5EF4-FFF2-40B4-BE49-F238E27FC236}">
                <a16:creationId xmlns:a16="http://schemas.microsoft.com/office/drawing/2014/main" id="{B9B7D202-8254-8808-9AAE-466542F7FFFD}"/>
              </a:ext>
            </a:extLst>
          </p:cNvPr>
          <p:cNvPicPr>
            <a:picLocks noChangeAspect="1"/>
          </p:cNvPicPr>
          <p:nvPr/>
        </p:nvPicPr>
        <p:blipFill>
          <a:blip r:embed="rId27"/>
          <a:stretch>
            <a:fillRect/>
          </a:stretch>
        </p:blipFill>
        <p:spPr>
          <a:xfrm>
            <a:off x="3954225" y="3704603"/>
            <a:ext cx="507843" cy="411528"/>
          </a:xfrm>
          <a:prstGeom prst="rect">
            <a:avLst/>
          </a:prstGeom>
        </p:spPr>
      </p:pic>
      <p:pic>
        <p:nvPicPr>
          <p:cNvPr id="30" name="Picture 29">
            <a:extLst>
              <a:ext uri="{FF2B5EF4-FFF2-40B4-BE49-F238E27FC236}">
                <a16:creationId xmlns:a16="http://schemas.microsoft.com/office/drawing/2014/main" id="{01DC69B0-B675-DA56-1285-C299E30B9E03}"/>
              </a:ext>
            </a:extLst>
          </p:cNvPr>
          <p:cNvPicPr>
            <a:picLocks noChangeAspect="1"/>
          </p:cNvPicPr>
          <p:nvPr/>
        </p:nvPicPr>
        <p:blipFill>
          <a:blip r:embed="rId28"/>
          <a:stretch>
            <a:fillRect/>
          </a:stretch>
        </p:blipFill>
        <p:spPr>
          <a:xfrm>
            <a:off x="4963014" y="3656445"/>
            <a:ext cx="507844" cy="507844"/>
          </a:xfrm>
          <a:prstGeom prst="rect">
            <a:avLst/>
          </a:prstGeom>
        </p:spPr>
      </p:pic>
      <p:pic>
        <p:nvPicPr>
          <p:cNvPr id="31" name="Picture 30">
            <a:extLst>
              <a:ext uri="{FF2B5EF4-FFF2-40B4-BE49-F238E27FC236}">
                <a16:creationId xmlns:a16="http://schemas.microsoft.com/office/drawing/2014/main" id="{15E88809-4ABD-53EE-3533-84F4BD06C698}"/>
              </a:ext>
            </a:extLst>
          </p:cNvPr>
          <p:cNvPicPr>
            <a:picLocks noChangeAspect="1"/>
          </p:cNvPicPr>
          <p:nvPr/>
        </p:nvPicPr>
        <p:blipFill>
          <a:blip r:embed="rId29"/>
          <a:stretch>
            <a:fillRect/>
          </a:stretch>
        </p:blipFill>
        <p:spPr>
          <a:xfrm>
            <a:off x="5971803" y="3682713"/>
            <a:ext cx="507843" cy="455308"/>
          </a:xfrm>
          <a:prstGeom prst="rect">
            <a:avLst/>
          </a:prstGeom>
        </p:spPr>
      </p:pic>
      <p:pic>
        <p:nvPicPr>
          <p:cNvPr id="32" name="Picture 31">
            <a:extLst>
              <a:ext uri="{FF2B5EF4-FFF2-40B4-BE49-F238E27FC236}">
                <a16:creationId xmlns:a16="http://schemas.microsoft.com/office/drawing/2014/main" id="{A6834944-B082-A263-2153-5F4F745F19AF}"/>
              </a:ext>
            </a:extLst>
          </p:cNvPr>
          <p:cNvPicPr>
            <a:picLocks noChangeAspect="1"/>
          </p:cNvPicPr>
          <p:nvPr/>
        </p:nvPicPr>
        <p:blipFill>
          <a:blip r:embed="rId30"/>
          <a:stretch>
            <a:fillRect/>
          </a:stretch>
        </p:blipFill>
        <p:spPr>
          <a:xfrm>
            <a:off x="6984970" y="3678336"/>
            <a:ext cx="507842" cy="464063"/>
          </a:xfrm>
          <a:prstGeom prst="rect">
            <a:avLst/>
          </a:prstGeom>
        </p:spPr>
      </p:pic>
      <p:pic>
        <p:nvPicPr>
          <p:cNvPr id="33" name="Picture 32">
            <a:extLst>
              <a:ext uri="{FF2B5EF4-FFF2-40B4-BE49-F238E27FC236}">
                <a16:creationId xmlns:a16="http://schemas.microsoft.com/office/drawing/2014/main" id="{DCC9871C-E21C-F7FE-3C67-4B535FAC1D6A}"/>
              </a:ext>
            </a:extLst>
          </p:cNvPr>
          <p:cNvPicPr>
            <a:picLocks noChangeAspect="1"/>
          </p:cNvPicPr>
          <p:nvPr/>
        </p:nvPicPr>
        <p:blipFill>
          <a:blip r:embed="rId31"/>
          <a:stretch>
            <a:fillRect/>
          </a:stretch>
        </p:blipFill>
        <p:spPr>
          <a:xfrm>
            <a:off x="8016974" y="3678336"/>
            <a:ext cx="315213" cy="464063"/>
          </a:xfrm>
          <a:prstGeom prst="rect">
            <a:avLst/>
          </a:prstGeom>
        </p:spPr>
      </p:pic>
      <p:pic>
        <p:nvPicPr>
          <p:cNvPr id="34" name="Picture 33">
            <a:extLst>
              <a:ext uri="{FF2B5EF4-FFF2-40B4-BE49-F238E27FC236}">
                <a16:creationId xmlns:a16="http://schemas.microsoft.com/office/drawing/2014/main" id="{E009F087-17C7-68E6-4C1D-A86B2BC847B0}"/>
              </a:ext>
            </a:extLst>
          </p:cNvPr>
          <p:cNvPicPr>
            <a:picLocks noChangeAspect="1"/>
          </p:cNvPicPr>
          <p:nvPr/>
        </p:nvPicPr>
        <p:blipFill>
          <a:blip r:embed="rId32"/>
          <a:stretch>
            <a:fillRect/>
          </a:stretch>
        </p:blipFill>
        <p:spPr>
          <a:xfrm>
            <a:off x="9011597" y="3678336"/>
            <a:ext cx="402772" cy="464063"/>
          </a:xfrm>
          <a:prstGeom prst="rect">
            <a:avLst/>
          </a:prstGeom>
        </p:spPr>
      </p:pic>
      <p:pic>
        <p:nvPicPr>
          <p:cNvPr id="35" name="Picture 34">
            <a:extLst>
              <a:ext uri="{FF2B5EF4-FFF2-40B4-BE49-F238E27FC236}">
                <a16:creationId xmlns:a16="http://schemas.microsoft.com/office/drawing/2014/main" id="{F8299549-CF99-8539-438F-E2CF96DBF3D3}"/>
              </a:ext>
            </a:extLst>
          </p:cNvPr>
          <p:cNvPicPr>
            <a:picLocks noChangeAspect="1"/>
          </p:cNvPicPr>
          <p:nvPr/>
        </p:nvPicPr>
        <p:blipFill>
          <a:blip r:embed="rId33"/>
          <a:stretch>
            <a:fillRect/>
          </a:stretch>
        </p:blipFill>
        <p:spPr>
          <a:xfrm>
            <a:off x="9926403" y="3726493"/>
            <a:ext cx="507844" cy="367749"/>
          </a:xfrm>
          <a:prstGeom prst="rect">
            <a:avLst/>
          </a:prstGeom>
        </p:spPr>
      </p:pic>
      <p:pic>
        <p:nvPicPr>
          <p:cNvPr id="36" name="Picture 35">
            <a:extLst>
              <a:ext uri="{FF2B5EF4-FFF2-40B4-BE49-F238E27FC236}">
                <a16:creationId xmlns:a16="http://schemas.microsoft.com/office/drawing/2014/main" id="{41A1861C-C809-95C7-3589-12C876E3D0FE}"/>
              </a:ext>
            </a:extLst>
          </p:cNvPr>
          <p:cNvPicPr>
            <a:picLocks noChangeAspect="1"/>
          </p:cNvPicPr>
          <p:nvPr/>
        </p:nvPicPr>
        <p:blipFill>
          <a:blip r:embed="rId34"/>
          <a:stretch>
            <a:fillRect/>
          </a:stretch>
        </p:blipFill>
        <p:spPr>
          <a:xfrm>
            <a:off x="10950083" y="3652067"/>
            <a:ext cx="411528" cy="516600"/>
          </a:xfrm>
          <a:prstGeom prst="rect">
            <a:avLst/>
          </a:prstGeom>
        </p:spPr>
      </p:pic>
      <p:pic>
        <p:nvPicPr>
          <p:cNvPr id="37" name="Picture 36">
            <a:extLst>
              <a:ext uri="{FF2B5EF4-FFF2-40B4-BE49-F238E27FC236}">
                <a16:creationId xmlns:a16="http://schemas.microsoft.com/office/drawing/2014/main" id="{F4BD44AF-C49A-B53E-3443-6BAD1FC8552F}"/>
              </a:ext>
            </a:extLst>
          </p:cNvPr>
          <p:cNvPicPr>
            <a:picLocks noChangeAspect="1"/>
          </p:cNvPicPr>
          <p:nvPr/>
        </p:nvPicPr>
        <p:blipFill>
          <a:blip r:embed="rId35"/>
          <a:stretch>
            <a:fillRect/>
          </a:stretch>
        </p:blipFill>
        <p:spPr>
          <a:xfrm>
            <a:off x="1016872" y="4579099"/>
            <a:ext cx="367748" cy="446551"/>
          </a:xfrm>
          <a:prstGeom prst="rect">
            <a:avLst/>
          </a:prstGeom>
        </p:spPr>
      </p:pic>
      <p:pic>
        <p:nvPicPr>
          <p:cNvPr id="38" name="Picture 37">
            <a:extLst>
              <a:ext uri="{FF2B5EF4-FFF2-40B4-BE49-F238E27FC236}">
                <a16:creationId xmlns:a16="http://schemas.microsoft.com/office/drawing/2014/main" id="{69E2A1E1-8E86-8E70-B6D9-84DD4CAE2A24}"/>
              </a:ext>
            </a:extLst>
          </p:cNvPr>
          <p:cNvPicPr>
            <a:picLocks noChangeAspect="1"/>
          </p:cNvPicPr>
          <p:nvPr/>
        </p:nvPicPr>
        <p:blipFill>
          <a:blip r:embed="rId36"/>
          <a:stretch>
            <a:fillRect/>
          </a:stretch>
        </p:blipFill>
        <p:spPr>
          <a:xfrm>
            <a:off x="1966885" y="4552830"/>
            <a:ext cx="464065" cy="499088"/>
          </a:xfrm>
          <a:prstGeom prst="rect">
            <a:avLst/>
          </a:prstGeom>
        </p:spPr>
      </p:pic>
      <p:pic>
        <p:nvPicPr>
          <p:cNvPr id="39" name="Picture 38">
            <a:extLst>
              <a:ext uri="{FF2B5EF4-FFF2-40B4-BE49-F238E27FC236}">
                <a16:creationId xmlns:a16="http://schemas.microsoft.com/office/drawing/2014/main" id="{A828448C-204F-8C2D-D26A-B3CF62F3C7CF}"/>
              </a:ext>
            </a:extLst>
          </p:cNvPr>
          <p:cNvPicPr>
            <a:picLocks noChangeAspect="1"/>
          </p:cNvPicPr>
          <p:nvPr/>
        </p:nvPicPr>
        <p:blipFill>
          <a:blip r:embed="rId37"/>
          <a:stretch>
            <a:fillRect/>
          </a:stretch>
        </p:blipFill>
        <p:spPr>
          <a:xfrm>
            <a:off x="2923546" y="4605366"/>
            <a:ext cx="507842" cy="394016"/>
          </a:xfrm>
          <a:prstGeom prst="rect">
            <a:avLst/>
          </a:prstGeom>
        </p:spPr>
      </p:pic>
      <p:pic>
        <p:nvPicPr>
          <p:cNvPr id="40" name="Picture 39">
            <a:extLst>
              <a:ext uri="{FF2B5EF4-FFF2-40B4-BE49-F238E27FC236}">
                <a16:creationId xmlns:a16="http://schemas.microsoft.com/office/drawing/2014/main" id="{EF1ED9D7-9840-1404-7843-8100295F06EF}"/>
              </a:ext>
            </a:extLst>
          </p:cNvPr>
          <p:cNvPicPr>
            <a:picLocks noChangeAspect="1"/>
          </p:cNvPicPr>
          <p:nvPr/>
        </p:nvPicPr>
        <p:blipFill>
          <a:blip r:embed="rId38"/>
          <a:stretch>
            <a:fillRect/>
          </a:stretch>
        </p:blipFill>
        <p:spPr>
          <a:xfrm>
            <a:off x="3976114" y="4574720"/>
            <a:ext cx="464064" cy="455308"/>
          </a:xfrm>
          <a:prstGeom prst="rect">
            <a:avLst/>
          </a:prstGeom>
        </p:spPr>
      </p:pic>
      <p:pic>
        <p:nvPicPr>
          <p:cNvPr id="41" name="Picture 40">
            <a:extLst>
              <a:ext uri="{FF2B5EF4-FFF2-40B4-BE49-F238E27FC236}">
                <a16:creationId xmlns:a16="http://schemas.microsoft.com/office/drawing/2014/main" id="{BB2ADB42-C960-B75F-FA08-5CE7A568B54C}"/>
              </a:ext>
            </a:extLst>
          </p:cNvPr>
          <p:cNvPicPr>
            <a:picLocks noChangeAspect="1"/>
          </p:cNvPicPr>
          <p:nvPr/>
        </p:nvPicPr>
        <p:blipFill>
          <a:blip r:embed="rId39"/>
          <a:stretch>
            <a:fillRect/>
          </a:stretch>
        </p:blipFill>
        <p:spPr>
          <a:xfrm>
            <a:off x="4984905" y="4570343"/>
            <a:ext cx="464063" cy="464063"/>
          </a:xfrm>
          <a:prstGeom prst="rect">
            <a:avLst/>
          </a:prstGeom>
        </p:spPr>
      </p:pic>
      <p:pic>
        <p:nvPicPr>
          <p:cNvPr id="42" name="Picture 41">
            <a:extLst>
              <a:ext uri="{FF2B5EF4-FFF2-40B4-BE49-F238E27FC236}">
                <a16:creationId xmlns:a16="http://schemas.microsoft.com/office/drawing/2014/main" id="{61302DFA-0283-1D88-D765-4C1A39D0EBA2}"/>
              </a:ext>
            </a:extLst>
          </p:cNvPr>
          <p:cNvPicPr>
            <a:picLocks noChangeAspect="1"/>
          </p:cNvPicPr>
          <p:nvPr/>
        </p:nvPicPr>
        <p:blipFill>
          <a:blip r:embed="rId40"/>
          <a:stretch>
            <a:fillRect/>
          </a:stretch>
        </p:blipFill>
        <p:spPr>
          <a:xfrm>
            <a:off x="5971802" y="4548452"/>
            <a:ext cx="507844" cy="507844"/>
          </a:xfrm>
          <a:prstGeom prst="rect">
            <a:avLst/>
          </a:prstGeom>
        </p:spPr>
      </p:pic>
      <p:pic>
        <p:nvPicPr>
          <p:cNvPr id="43" name="Picture 42">
            <a:extLst>
              <a:ext uri="{FF2B5EF4-FFF2-40B4-BE49-F238E27FC236}">
                <a16:creationId xmlns:a16="http://schemas.microsoft.com/office/drawing/2014/main" id="{E9339C1D-ABA2-9646-2D84-D0D070AC318E}"/>
              </a:ext>
            </a:extLst>
          </p:cNvPr>
          <p:cNvPicPr>
            <a:picLocks noChangeAspect="1"/>
          </p:cNvPicPr>
          <p:nvPr/>
        </p:nvPicPr>
        <p:blipFill>
          <a:blip r:embed="rId41"/>
          <a:stretch>
            <a:fillRect/>
          </a:stretch>
        </p:blipFill>
        <p:spPr>
          <a:xfrm>
            <a:off x="6984969" y="4548452"/>
            <a:ext cx="507844" cy="507844"/>
          </a:xfrm>
          <a:prstGeom prst="rect">
            <a:avLst/>
          </a:prstGeom>
        </p:spPr>
      </p:pic>
      <p:pic>
        <p:nvPicPr>
          <p:cNvPr id="44" name="Picture 43">
            <a:extLst>
              <a:ext uri="{FF2B5EF4-FFF2-40B4-BE49-F238E27FC236}">
                <a16:creationId xmlns:a16="http://schemas.microsoft.com/office/drawing/2014/main" id="{64050BBA-97E1-5675-719A-F65ADAD3DA6C}"/>
              </a:ext>
            </a:extLst>
          </p:cNvPr>
          <p:cNvPicPr>
            <a:picLocks noChangeAspect="1"/>
          </p:cNvPicPr>
          <p:nvPr/>
        </p:nvPicPr>
        <p:blipFill>
          <a:blip r:embed="rId42"/>
          <a:stretch>
            <a:fillRect/>
          </a:stretch>
        </p:blipFill>
        <p:spPr>
          <a:xfrm>
            <a:off x="7898768" y="4631634"/>
            <a:ext cx="551624" cy="341481"/>
          </a:xfrm>
          <a:prstGeom prst="rect">
            <a:avLst/>
          </a:prstGeom>
        </p:spPr>
      </p:pic>
      <p:pic>
        <p:nvPicPr>
          <p:cNvPr id="45" name="Picture 44">
            <a:extLst>
              <a:ext uri="{FF2B5EF4-FFF2-40B4-BE49-F238E27FC236}">
                <a16:creationId xmlns:a16="http://schemas.microsoft.com/office/drawing/2014/main" id="{15243D42-97A3-CCAF-006B-7251F91FC5D3}"/>
              </a:ext>
            </a:extLst>
          </p:cNvPr>
          <p:cNvPicPr>
            <a:picLocks noChangeAspect="1"/>
          </p:cNvPicPr>
          <p:nvPr/>
        </p:nvPicPr>
        <p:blipFill>
          <a:blip r:embed="rId43"/>
          <a:stretch>
            <a:fillRect/>
          </a:stretch>
        </p:blipFill>
        <p:spPr>
          <a:xfrm>
            <a:off x="8937171" y="4583476"/>
            <a:ext cx="551624" cy="437797"/>
          </a:xfrm>
          <a:prstGeom prst="rect">
            <a:avLst/>
          </a:prstGeom>
        </p:spPr>
      </p:pic>
      <p:pic>
        <p:nvPicPr>
          <p:cNvPr id="46" name="Picture 45">
            <a:extLst>
              <a:ext uri="{FF2B5EF4-FFF2-40B4-BE49-F238E27FC236}">
                <a16:creationId xmlns:a16="http://schemas.microsoft.com/office/drawing/2014/main" id="{685A5018-C8D2-CAE4-AB75-7CF0039D74DF}"/>
              </a:ext>
            </a:extLst>
          </p:cNvPr>
          <p:cNvPicPr>
            <a:picLocks noChangeAspect="1"/>
          </p:cNvPicPr>
          <p:nvPr/>
        </p:nvPicPr>
        <p:blipFill>
          <a:blip r:embed="rId44"/>
          <a:stretch>
            <a:fillRect/>
          </a:stretch>
        </p:blipFill>
        <p:spPr>
          <a:xfrm>
            <a:off x="9996451" y="4596610"/>
            <a:ext cx="367749" cy="411528"/>
          </a:xfrm>
          <a:prstGeom prst="rect">
            <a:avLst/>
          </a:prstGeom>
        </p:spPr>
      </p:pic>
      <p:pic>
        <p:nvPicPr>
          <p:cNvPr id="47" name="Picture 46">
            <a:extLst>
              <a:ext uri="{FF2B5EF4-FFF2-40B4-BE49-F238E27FC236}">
                <a16:creationId xmlns:a16="http://schemas.microsoft.com/office/drawing/2014/main" id="{EBA92C0B-18CB-A377-0719-6433292909F8}"/>
              </a:ext>
            </a:extLst>
          </p:cNvPr>
          <p:cNvPicPr>
            <a:picLocks noChangeAspect="1"/>
          </p:cNvPicPr>
          <p:nvPr/>
        </p:nvPicPr>
        <p:blipFill>
          <a:blip r:embed="rId45"/>
          <a:stretch>
            <a:fillRect/>
          </a:stretch>
        </p:blipFill>
        <p:spPr>
          <a:xfrm>
            <a:off x="10880036" y="4526563"/>
            <a:ext cx="551623" cy="551623"/>
          </a:xfrm>
          <a:prstGeom prst="rect">
            <a:avLst/>
          </a:prstGeom>
        </p:spPr>
      </p:pic>
      <p:sp>
        <p:nvSpPr>
          <p:cNvPr id="48" name="TextBox 47">
            <a:extLst>
              <a:ext uri="{FF2B5EF4-FFF2-40B4-BE49-F238E27FC236}">
                <a16:creationId xmlns:a16="http://schemas.microsoft.com/office/drawing/2014/main" id="{57540167-1267-F5E0-3EF4-C1D3D495B95B}"/>
              </a:ext>
            </a:extLst>
          </p:cNvPr>
          <p:cNvSpPr txBox="1"/>
          <p:nvPr/>
        </p:nvSpPr>
        <p:spPr>
          <a:xfrm>
            <a:off x="903889" y="1038354"/>
            <a:ext cx="5528442" cy="369332"/>
          </a:xfrm>
          <a:prstGeom prst="rect">
            <a:avLst/>
          </a:prstGeom>
          <a:noFill/>
        </p:spPr>
        <p:txBody>
          <a:bodyPr wrap="square" rtlCol="0">
            <a:spAutoFit/>
          </a:bodyPr>
          <a:lstStyle/>
          <a:p>
            <a:r>
              <a:rPr lang="en-US" b="1" dirty="0">
                <a:solidFill>
                  <a:srgbClr val="003349"/>
                </a:solidFill>
                <a:latin typeface="Georgia" panose="02040502050405020303" pitchFamily="18" charset="0"/>
              </a:rPr>
              <a:t>Common Icons</a:t>
            </a:r>
          </a:p>
        </p:txBody>
      </p:sp>
      <p:sp>
        <p:nvSpPr>
          <p:cNvPr id="50" name="TextBox 49">
            <a:extLst>
              <a:ext uri="{FF2B5EF4-FFF2-40B4-BE49-F238E27FC236}">
                <a16:creationId xmlns:a16="http://schemas.microsoft.com/office/drawing/2014/main" id="{863E1C7D-FA42-B950-DDDB-6CF7217F500C}"/>
              </a:ext>
            </a:extLst>
          </p:cNvPr>
          <p:cNvSpPr txBox="1"/>
          <p:nvPr/>
        </p:nvSpPr>
        <p:spPr>
          <a:xfrm>
            <a:off x="903890" y="5440459"/>
            <a:ext cx="4484540"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To download additional icons, visit </a:t>
            </a:r>
            <a:r>
              <a:rPr lang="en-US" sz="1400" dirty="0">
                <a:latin typeface="Arial" panose="020B0604020202020204" pitchFamily="34" charset="0"/>
                <a:cs typeface="Arial" panose="020B0604020202020204" pitchFamily="34" charset="0"/>
                <a:hlinkClick r:id="rId46"/>
              </a:rPr>
              <a:t>iconoir.com</a:t>
            </a:r>
            <a:r>
              <a:rPr lang="en-US" sz="1400" dirty="0">
                <a:latin typeface="Arial" panose="020B0604020202020204" pitchFamily="34" charset="0"/>
                <a:cs typeface="Arial" panose="020B0604020202020204" pitchFamily="34" charset="0"/>
              </a:rPr>
              <a:t> and choose the following customization options (refer to the color palette and color pairings for RGB values):</a:t>
            </a:r>
          </a:p>
        </p:txBody>
      </p:sp>
      <p:pic>
        <p:nvPicPr>
          <p:cNvPr id="51" name="Picture 50" descr="A close up of a number&#10;&#10;AI-generated content may be incorrect.">
            <a:extLst>
              <a:ext uri="{FF2B5EF4-FFF2-40B4-BE49-F238E27FC236}">
                <a16:creationId xmlns:a16="http://schemas.microsoft.com/office/drawing/2014/main" id="{F490B759-3825-D23C-C12B-DC94D0423330}"/>
              </a:ext>
            </a:extLst>
          </p:cNvPr>
          <p:cNvPicPr>
            <a:picLocks noChangeAspect="1"/>
          </p:cNvPicPr>
          <p:nvPr/>
        </p:nvPicPr>
        <p:blipFill>
          <a:blip r:embed="rId47" cstate="screen">
            <a:extLst>
              <a:ext uri="{28A0092B-C50C-407E-A947-70E740481C1C}">
                <a14:useLocalDpi xmlns:a14="http://schemas.microsoft.com/office/drawing/2010/main"/>
              </a:ext>
            </a:extLst>
          </a:blip>
          <a:stretch>
            <a:fillRect/>
          </a:stretch>
        </p:blipFill>
        <p:spPr>
          <a:xfrm>
            <a:off x="5323117" y="5464614"/>
            <a:ext cx="5406952" cy="827328"/>
          </a:xfrm>
          <a:prstGeom prst="rect">
            <a:avLst/>
          </a:prstGeom>
        </p:spPr>
      </p:pic>
    </p:spTree>
    <p:extLst>
      <p:ext uri="{BB962C8B-B14F-4D97-AF65-F5344CB8AC3E}">
        <p14:creationId xmlns:p14="http://schemas.microsoft.com/office/powerpoint/2010/main" val="1063112926"/>
      </p:ext>
    </p:extLst>
  </p:cSld>
  <p:clrMapOvr>
    <a:masterClrMapping/>
  </p:clrMapOvr>
</p:sld>
</file>

<file path=ppt/theme/theme1.xml><?xml version="1.0" encoding="utf-8"?>
<a:theme xmlns:a="http://schemas.openxmlformats.org/drawingml/2006/main" name="Office Theme">
  <a:themeElements>
    <a:clrScheme name="Custom 9">
      <a:dk1>
        <a:srgbClr val="003349"/>
      </a:dk1>
      <a:lt1>
        <a:srgbClr val="FFFFFF"/>
      </a:lt1>
      <a:dk2>
        <a:srgbClr val="00534C"/>
      </a:dk2>
      <a:lt2>
        <a:srgbClr val="E6E2D5"/>
      </a:lt2>
      <a:accent1>
        <a:srgbClr val="5F2428"/>
      </a:accent1>
      <a:accent2>
        <a:srgbClr val="4FBCCA"/>
      </a:accent2>
      <a:accent3>
        <a:srgbClr val="B2E2ED"/>
      </a:accent3>
      <a:accent4>
        <a:srgbClr val="D5CFC7"/>
      </a:accent4>
      <a:accent5>
        <a:srgbClr val="003349"/>
      </a:accent5>
      <a:accent6>
        <a:srgbClr val="00534C"/>
      </a:accent6>
      <a:hlink>
        <a:srgbClr val="4FBCCA"/>
      </a:hlink>
      <a:folHlink>
        <a:srgbClr val="B2E2ED"/>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FE386AFC-A1A9-7241-BF44-334DCFACBABD}" vid="{4024CFCD-13F3-5E4F-AD15-BFF7C88AC18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49c574e-19cd-43aa-b469-6dec9578a535" xsi:nil="true"/>
    <lcf76f155ced4ddcb4097134ff3c332f xmlns="b67bf0be-ca36-4d7e-9c91-5d69e522999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BBFDA61A55FBD449A7B53D198242160" ma:contentTypeVersion="11" ma:contentTypeDescription="Create a new document." ma:contentTypeScope="" ma:versionID="6159b5a7ddc8209fa9b0859f3f453538">
  <xsd:schema xmlns:xsd="http://www.w3.org/2001/XMLSchema" xmlns:xs="http://www.w3.org/2001/XMLSchema" xmlns:p="http://schemas.microsoft.com/office/2006/metadata/properties" xmlns:ns2="b67bf0be-ca36-4d7e-9c91-5d69e5229990" xmlns:ns3="c49c574e-19cd-43aa-b469-6dec9578a535" targetNamespace="http://schemas.microsoft.com/office/2006/metadata/properties" ma:root="true" ma:fieldsID="4f5e6c852fdbccd3573c74d547f56986" ns2:_="" ns3:_="">
    <xsd:import namespace="b67bf0be-ca36-4d7e-9c91-5d69e5229990"/>
    <xsd:import namespace="c49c574e-19cd-43aa-b469-6dec9578a53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7bf0be-ca36-4d7e-9c91-5d69e52299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0e18ce3-82f7-469e-8336-4e5ed7c325e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49c574e-19cd-43aa-b469-6dec9578a53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a853c6f-7762-4004-a8ec-becfe45f4771}" ma:internalName="TaxCatchAll" ma:showField="CatchAllData" ma:web="c49c574e-19cd-43aa-b469-6dec9578a53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355AE7-A4EA-4A32-B74F-2503FB95161C}">
  <ds:schemaRefs>
    <ds:schemaRef ds:uri="http://schemas.microsoft.com/office/2006/metadata/properties"/>
    <ds:schemaRef ds:uri="http://schemas.microsoft.com/office/infopath/2007/PartnerControls"/>
    <ds:schemaRef ds:uri="c49c574e-19cd-43aa-b469-6dec9578a535"/>
    <ds:schemaRef ds:uri="b67bf0be-ca36-4d7e-9c91-5d69e5229990"/>
  </ds:schemaRefs>
</ds:datastoreItem>
</file>

<file path=customXml/itemProps2.xml><?xml version="1.0" encoding="utf-8"?>
<ds:datastoreItem xmlns:ds="http://schemas.openxmlformats.org/officeDocument/2006/customXml" ds:itemID="{83325EA3-6A08-4323-B372-B1104E6EA666}">
  <ds:schemaRefs>
    <ds:schemaRef ds:uri="http://schemas.microsoft.com/sharepoint/v3/contenttype/forms"/>
  </ds:schemaRefs>
</ds:datastoreItem>
</file>

<file path=customXml/itemProps3.xml><?xml version="1.0" encoding="utf-8"?>
<ds:datastoreItem xmlns:ds="http://schemas.openxmlformats.org/officeDocument/2006/customXml" ds:itemID="{FB94F6C0-67FF-4ADA-B1EB-50960C8B4C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7bf0be-ca36-4d7e-9c91-5d69e5229990"/>
    <ds:schemaRef ds:uri="c49c574e-19cd-43aa-b469-6dec9578a5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3814</Words>
  <Application>Microsoft Macintosh PowerPoint</Application>
  <PresentationFormat>Widescreen</PresentationFormat>
  <Paragraphs>345</Paragraphs>
  <Slides>43</Slides>
  <Notes>4</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Georgia</vt:lpstr>
      <vt:lpstr>Office Theme</vt:lpstr>
      <vt:lpstr>Sample Presentation Title</vt:lpstr>
      <vt:lpstr>PowerPoint Presentation</vt:lpstr>
      <vt:lpstr>PowerPoint Presentation</vt:lpstr>
      <vt:lpstr>Sample Headline</vt:lpstr>
      <vt:lpstr>Sample Headline</vt:lpstr>
      <vt:lpstr>Sample Headline</vt:lpstr>
      <vt:lpstr>Sample Headline</vt:lpstr>
      <vt:lpstr>Sample Divider Slide</vt:lpstr>
      <vt:lpstr>Sample Divider Slide</vt:lpstr>
      <vt:lpstr>Sample Headline</vt:lpstr>
      <vt:lpstr>Sample Headline</vt:lpstr>
      <vt:lpstr>Sample Headline</vt:lpstr>
      <vt:lpstr>Sample Title</vt:lpstr>
      <vt:lpstr>PowerPoint Presentation</vt:lpstr>
      <vt:lpstr>Sample Headline</vt:lpstr>
      <vt:lpstr>Sample Headline</vt:lpstr>
      <vt:lpstr>Sample Headline</vt:lpstr>
      <vt:lpstr>Sample Headline</vt:lpstr>
      <vt:lpstr>PowerPoint Presentation</vt:lpstr>
      <vt:lpstr>Sample Headline</vt:lpstr>
      <vt:lpstr>Sample Headline</vt:lpstr>
      <vt:lpstr>PowerPoint Presentation</vt:lpstr>
      <vt:lpstr>PowerPoint Presentation</vt:lpstr>
      <vt:lpstr>PowerPoint Presentation</vt:lpstr>
      <vt:lpstr>PowerPoint Presentation</vt:lpstr>
      <vt:lpstr>PowerPoint Presentation</vt:lpstr>
      <vt:lpstr>Portfolio of Brands</vt:lpstr>
      <vt:lpstr>PowerPoint Presentation</vt:lpstr>
      <vt:lpstr>Sample Presentation Title</vt:lpstr>
      <vt:lpstr>Sample Headline</vt:lpstr>
      <vt:lpstr>Sample Title</vt:lpstr>
      <vt:lpstr>Sample Headline</vt:lpstr>
      <vt:lpstr>Sample Headline</vt:lpstr>
      <vt:lpstr>Sample Presentation Title</vt:lpstr>
      <vt:lpstr>Sample Headline</vt:lpstr>
      <vt:lpstr>Sample Title</vt:lpstr>
      <vt:lpstr>Sample Headline</vt:lpstr>
      <vt:lpstr>Sample Headline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Gowri Sankar Nallamothu</dc:creator>
  <cp:lastModifiedBy>Gowri Sankar Nallamothu</cp:lastModifiedBy>
  <cp:revision>1</cp:revision>
  <dcterms:created xsi:type="dcterms:W3CDTF">2026-03-28T19:17:37Z</dcterms:created>
  <dcterms:modified xsi:type="dcterms:W3CDTF">2026-03-28T19:18:27Z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0x0101000BBFDA61A55FBD449A7B53D198242160</vt:lpwstr>
  </property>
</Properties>
</file>